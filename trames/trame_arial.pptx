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59" r:id="rId3"/>
    <p:sldId id="261" r:id="rId4"/>
    <p:sldId id="262" r:id="rId5"/>
    <p:sldId id="391" r:id="rId6"/>
    <p:sldId id="392" r:id="rId7"/>
    <p:sldId id="390" r:id="rId8"/>
    <p:sldId id="266" r:id="rId9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4"/>
    <a:srgbClr val="F2F2F2"/>
    <a:srgbClr val="595959"/>
    <a:srgbClr val="F89AD0"/>
    <a:srgbClr val="F347A9"/>
    <a:srgbClr val="F7F3ED"/>
    <a:srgbClr val="F4EFE8"/>
    <a:srgbClr val="E5D8C6"/>
    <a:srgbClr val="FFFFFF"/>
    <a:srgbClr val="6868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23CAF-7960-42CE-B3C6-55349E37A01D}" v="51" dt="2026-07-09T15:31:03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41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THIERY" userId="49d9e14f-09e0-4f81-ad6d-421fffe7070f" providerId="ADAL" clId="{1EAFC226-11D4-4628-84D5-D25FB09CCD2F}"/>
    <pc:docChg chg="undo redo custSel addSld delSld modSld modMainMaster">
      <pc:chgData name="François THIERY" userId="49d9e14f-09e0-4f81-ad6d-421fffe7070f" providerId="ADAL" clId="{1EAFC226-11D4-4628-84D5-D25FB09CCD2F}" dt="2026-07-09T15:35:23.237" v="4086" actId="947"/>
      <pc:docMkLst>
        <pc:docMk/>
      </pc:docMkLst>
      <pc:sldChg chg="del">
        <pc:chgData name="François THIERY" userId="49d9e14f-09e0-4f81-ad6d-421fffe7070f" providerId="ADAL" clId="{1EAFC226-11D4-4628-84D5-D25FB09CCD2F}" dt="2026-07-08T14:08:13.268" v="2959" actId="47"/>
        <pc:sldMkLst>
          <pc:docMk/>
          <pc:sldMk cId="1628711269" sldId="258"/>
        </pc:sldMkLst>
      </pc:sldChg>
      <pc:sldChg chg="delSp modSp mod">
        <pc:chgData name="François THIERY" userId="49d9e14f-09e0-4f81-ad6d-421fffe7070f" providerId="ADAL" clId="{1EAFC226-11D4-4628-84D5-D25FB09CCD2F}" dt="2026-07-09T15:15:51.412" v="3846" actId="2711"/>
        <pc:sldMkLst>
          <pc:docMk/>
          <pc:sldMk cId="3390595401" sldId="259"/>
        </pc:sldMkLst>
        <pc:spChg chg="mod">
          <ac:chgData name="François THIERY" userId="49d9e14f-09e0-4f81-ad6d-421fffe7070f" providerId="ADAL" clId="{1EAFC226-11D4-4628-84D5-D25FB09CCD2F}" dt="2026-07-08T14:15:19.518" v="3246" actId="1037"/>
          <ac:spMkLst>
            <pc:docMk/>
            <pc:sldMk cId="3390595401" sldId="259"/>
            <ac:spMk id="5" creationId="{6CDA92B8-F25D-3B56-E3C7-8CF969EEC939}"/>
          </ac:spMkLst>
        </pc:spChg>
        <pc:spChg chg="del mod">
          <ac:chgData name="François THIERY" userId="49d9e14f-09e0-4f81-ad6d-421fffe7070f" providerId="ADAL" clId="{1EAFC226-11D4-4628-84D5-D25FB09CCD2F}" dt="2026-07-08T14:15:01.680" v="3168"/>
          <ac:spMkLst>
            <pc:docMk/>
            <pc:sldMk cId="3390595401" sldId="259"/>
            <ac:spMk id="6" creationId="{EDFD1571-C11B-B80A-BE2B-1813073098DE}"/>
          </ac:spMkLst>
        </pc:spChg>
        <pc:spChg chg="mod">
          <ac:chgData name="François THIERY" userId="49d9e14f-09e0-4f81-ad6d-421fffe7070f" providerId="ADAL" clId="{1EAFC226-11D4-4628-84D5-D25FB09CCD2F}" dt="2026-07-09T15:15:51.412" v="3846" actId="2711"/>
          <ac:spMkLst>
            <pc:docMk/>
            <pc:sldMk cId="3390595401" sldId="259"/>
            <ac:spMk id="8" creationId="{6ABC379E-7F99-F980-6992-BEA0DFA5749C}"/>
          </ac:spMkLst>
        </pc:spChg>
        <pc:graphicFrameChg chg="mod modGraphic">
          <ac:chgData name="François THIERY" userId="49d9e14f-09e0-4f81-ad6d-421fffe7070f" providerId="ADAL" clId="{1EAFC226-11D4-4628-84D5-D25FB09CCD2F}" dt="2026-07-08T14:15:34.506" v="3314"/>
          <ac:graphicFrameMkLst>
            <pc:docMk/>
            <pc:sldMk cId="3390595401" sldId="259"/>
            <ac:graphicFrameMk id="4" creationId="{7F26BC42-9100-96FC-B450-41EBCD06D5AE}"/>
          </ac:graphicFrameMkLst>
        </pc:graphicFrameChg>
      </pc:sldChg>
      <pc:sldChg chg="modSp mod">
        <pc:chgData name="François THIERY" userId="49d9e14f-09e0-4f81-ad6d-421fffe7070f" providerId="ADAL" clId="{1EAFC226-11D4-4628-84D5-D25FB09CCD2F}" dt="2026-07-08T14:16:26.526" v="3367" actId="255"/>
        <pc:sldMkLst>
          <pc:docMk/>
          <pc:sldMk cId="2966924134" sldId="261"/>
        </pc:sldMkLst>
        <pc:spChg chg="mod">
          <ac:chgData name="François THIERY" userId="49d9e14f-09e0-4f81-ad6d-421fffe7070f" providerId="ADAL" clId="{1EAFC226-11D4-4628-84D5-D25FB09CCD2F}" dt="2026-07-08T14:16:26.526" v="3367" actId="255"/>
          <ac:spMkLst>
            <pc:docMk/>
            <pc:sldMk cId="2966924134" sldId="261"/>
            <ac:spMk id="3" creationId="{C389BC1E-0AB0-D486-7C19-C2A63B594A42}"/>
          </ac:spMkLst>
        </pc:spChg>
      </pc:sldChg>
      <pc:sldChg chg="modSp mod">
        <pc:chgData name="François THIERY" userId="49d9e14f-09e0-4f81-ad6d-421fffe7070f" providerId="ADAL" clId="{1EAFC226-11D4-4628-84D5-D25FB09CCD2F}" dt="2026-07-08T14:16:55.989" v="3391" actId="255"/>
        <pc:sldMkLst>
          <pc:docMk/>
          <pc:sldMk cId="4011506954" sldId="262"/>
        </pc:sldMkLst>
        <pc:spChg chg="mod">
          <ac:chgData name="François THIERY" userId="49d9e14f-09e0-4f81-ad6d-421fffe7070f" providerId="ADAL" clId="{1EAFC226-11D4-4628-84D5-D25FB09CCD2F}" dt="2026-07-08T14:16:55.989" v="3391" actId="255"/>
          <ac:spMkLst>
            <pc:docMk/>
            <pc:sldMk cId="4011506954" sldId="262"/>
            <ac:spMk id="3" creationId="{C8D4FFEE-E74E-68D6-7FDD-86E336E33049}"/>
          </ac:spMkLst>
        </pc:spChg>
      </pc:sldChg>
      <pc:sldChg chg="modSp mod">
        <pc:chgData name="François THIERY" userId="49d9e14f-09e0-4f81-ad6d-421fffe7070f" providerId="ADAL" clId="{1EAFC226-11D4-4628-84D5-D25FB09CCD2F}" dt="2026-07-09T15:16:20.579" v="3848" actId="947"/>
        <pc:sldMkLst>
          <pc:docMk/>
          <pc:sldMk cId="927967974" sldId="265"/>
        </pc:sldMkLst>
        <pc:spChg chg="mod">
          <ac:chgData name="François THIERY" userId="49d9e14f-09e0-4f81-ad6d-421fffe7070f" providerId="ADAL" clId="{1EAFC226-11D4-4628-84D5-D25FB09CCD2F}" dt="2026-07-09T15:16:20.579" v="3848" actId="947"/>
          <ac:spMkLst>
            <pc:docMk/>
            <pc:sldMk cId="927967974" sldId="265"/>
            <ac:spMk id="2" creationId="{E7D7F73C-3858-A9F0-327F-B72CAADA1C80}"/>
          </ac:spMkLst>
        </pc:spChg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2416514566" sldId="280"/>
        </pc:sldMkLst>
      </pc:sldChg>
      <pc:sldChg chg="add del">
        <pc:chgData name="François THIERY" userId="49d9e14f-09e0-4f81-ad6d-421fffe7070f" providerId="ADAL" clId="{1EAFC226-11D4-4628-84D5-D25FB09CCD2F}" dt="2026-07-08T14:17:07.610" v="3393" actId="47"/>
        <pc:sldMkLst>
          <pc:docMk/>
          <pc:sldMk cId="3959739103" sldId="390"/>
        </pc:sldMkLst>
      </pc:sldChg>
      <pc:sldChg chg="modSp new mod">
        <pc:chgData name="François THIERY" userId="49d9e14f-09e0-4f81-ad6d-421fffe7070f" providerId="ADAL" clId="{1EAFC226-11D4-4628-84D5-D25FB09CCD2F}" dt="2026-07-08T14:17:38.709" v="3425" actId="404"/>
        <pc:sldMkLst>
          <pc:docMk/>
          <pc:sldMk cId="2656939072" sldId="391"/>
        </pc:sldMkLst>
        <pc:spChg chg="mod">
          <ac:chgData name="François THIERY" userId="49d9e14f-09e0-4f81-ad6d-421fffe7070f" providerId="ADAL" clId="{1EAFC226-11D4-4628-84D5-D25FB09CCD2F}" dt="2026-07-08T14:17:25.025" v="3397" actId="27636"/>
          <ac:spMkLst>
            <pc:docMk/>
            <pc:sldMk cId="2656939072" sldId="391"/>
            <ac:spMk id="2" creationId="{46FCF28A-CF44-4BD7-30CA-4E8FFF25A806}"/>
          </ac:spMkLst>
        </pc:spChg>
        <pc:spChg chg="mod">
          <ac:chgData name="François THIERY" userId="49d9e14f-09e0-4f81-ad6d-421fffe7070f" providerId="ADAL" clId="{1EAFC226-11D4-4628-84D5-D25FB09CCD2F}" dt="2026-07-08T14:17:38.709" v="3425" actId="404"/>
          <ac:spMkLst>
            <pc:docMk/>
            <pc:sldMk cId="2656939072" sldId="391"/>
            <ac:spMk id="3" creationId="{6BCB3126-8844-9076-B9B1-0FF503509103}"/>
          </ac:spMkLst>
        </pc:spChg>
      </pc:sldChg>
      <pc:sldChg chg="addSp delSp modSp new del mod">
        <pc:chgData name="François THIERY" userId="49d9e14f-09e0-4f81-ad6d-421fffe7070f" providerId="ADAL" clId="{1EAFC226-11D4-4628-84D5-D25FB09CCD2F}" dt="2026-07-08T15:48:13.314" v="3722" actId="47"/>
        <pc:sldMkLst>
          <pc:docMk/>
          <pc:sldMk cId="1218802368" sldId="392"/>
        </pc:sldMkLst>
        <pc:spChg chg="add del mod">
          <ac:chgData name="François THIERY" userId="49d9e14f-09e0-4f81-ad6d-421fffe7070f" providerId="ADAL" clId="{1EAFC226-11D4-4628-84D5-D25FB09CCD2F}" dt="2026-07-08T15:47:20.934" v="3694" actId="27636"/>
          <ac:spMkLst>
            <pc:docMk/>
            <pc:sldMk cId="1218802368" sldId="392"/>
            <ac:spMk id="2" creationId="{555EAB82-A735-B645-29B2-041EA7B3D897}"/>
          </ac:spMkLst>
        </pc:spChg>
        <pc:spChg chg="add del">
          <ac:chgData name="François THIERY" userId="49d9e14f-09e0-4f81-ad6d-421fffe7070f" providerId="ADAL" clId="{1EAFC226-11D4-4628-84D5-D25FB09CCD2F}" dt="2026-07-08T15:47:05.255" v="3691" actId="478"/>
          <ac:spMkLst>
            <pc:docMk/>
            <pc:sldMk cId="1218802368" sldId="392"/>
            <ac:spMk id="3" creationId="{72D82BD6-00B8-458A-5656-13C4BA651C13}"/>
          </ac:spMkLst>
        </pc:spChg>
      </pc:sldChg>
      <pc:sldChg chg="new del">
        <pc:chgData name="François THIERY" userId="49d9e14f-09e0-4f81-ad6d-421fffe7070f" providerId="ADAL" clId="{1EAFC226-11D4-4628-84D5-D25FB09CCD2F}" dt="2026-07-08T15:09:19.130" v="3545" actId="47"/>
        <pc:sldMkLst>
          <pc:docMk/>
          <pc:sldMk cId="2185018260" sldId="392"/>
        </pc:sldMkLst>
      </pc:sldChg>
      <pc:sldChg chg="new">
        <pc:chgData name="François THIERY" userId="49d9e14f-09e0-4f81-ad6d-421fffe7070f" providerId="ADAL" clId="{1EAFC226-11D4-4628-84D5-D25FB09CCD2F}" dt="2026-07-08T15:48:19.449" v="3723" actId="680"/>
        <pc:sldMkLst>
          <pc:docMk/>
          <pc:sldMk cId="2242259092" sldId="392"/>
        </pc:sldMkLst>
      </pc:sldChg>
      <pc:sldChg chg="modSp new del mod">
        <pc:chgData name="François THIERY" userId="49d9e14f-09e0-4f81-ad6d-421fffe7070f" providerId="ADAL" clId="{1EAFC226-11D4-4628-84D5-D25FB09CCD2F}" dt="2026-07-08T15:43:31.484" v="3555" actId="47"/>
        <pc:sldMkLst>
          <pc:docMk/>
          <pc:sldMk cId="4177521291" sldId="392"/>
        </pc:sldMkLst>
        <pc:spChg chg="mod">
          <ac:chgData name="François THIERY" userId="49d9e14f-09e0-4f81-ad6d-421fffe7070f" providerId="ADAL" clId="{1EAFC226-11D4-4628-84D5-D25FB09CCD2F}" dt="2026-07-08T15:09:34.234" v="3550" actId="20577"/>
          <ac:spMkLst>
            <pc:docMk/>
            <pc:sldMk cId="4177521291" sldId="392"/>
            <ac:spMk id="4" creationId="{11AA78BB-1F6A-5EB6-1AEB-BB968C78CE59}"/>
          </ac:spMkLst>
        </pc:spChg>
        <pc:spChg chg="mod">
          <ac:chgData name="François THIERY" userId="49d9e14f-09e0-4f81-ad6d-421fffe7070f" providerId="ADAL" clId="{1EAFC226-11D4-4628-84D5-D25FB09CCD2F}" dt="2026-07-08T15:09:47.313" v="3551"/>
          <ac:spMkLst>
            <pc:docMk/>
            <pc:sldMk cId="4177521291" sldId="392"/>
            <ac:spMk id="5" creationId="{D20C1DD9-7F75-A628-1C3F-53B36F02F488}"/>
          </ac:spMkLst>
        </pc:spChg>
      </pc:sldChg>
      <pc:sldChg chg="modSp new del mod">
        <pc:chgData name="François THIERY" userId="49d9e14f-09e0-4f81-ad6d-421fffe7070f" providerId="ADAL" clId="{1EAFC226-11D4-4628-84D5-D25FB09CCD2F}" dt="2026-07-09T15:11:24.989" v="3830" actId="47"/>
        <pc:sldMkLst>
          <pc:docMk/>
          <pc:sldMk cId="948625719" sldId="393"/>
        </pc:sldMkLst>
        <pc:spChg chg="mod">
          <ac:chgData name="François THIERY" userId="49d9e14f-09e0-4f81-ad6d-421fffe7070f" providerId="ADAL" clId="{1EAFC226-11D4-4628-84D5-D25FB09CCD2F}" dt="2026-07-09T15:11:23.204" v="3829" actId="27636"/>
          <ac:spMkLst>
            <pc:docMk/>
            <pc:sldMk cId="948625719" sldId="393"/>
            <ac:spMk id="2" creationId="{4DB548A6-21D9-7124-AF3E-A1E5D93D953D}"/>
          </ac:spMkLst>
        </pc:spChg>
      </pc:sldChg>
      <pc:sldChg chg="modSp new del mod">
        <pc:chgData name="François THIERY" userId="49d9e14f-09e0-4f81-ad6d-421fffe7070f" providerId="ADAL" clId="{1EAFC226-11D4-4628-84D5-D25FB09CCD2F}" dt="2026-07-09T15:11:02.282" v="3823" actId="680"/>
        <pc:sldMkLst>
          <pc:docMk/>
          <pc:sldMk cId="1398322813" sldId="393"/>
        </pc:sldMkLst>
        <pc:spChg chg="mod">
          <ac:chgData name="François THIERY" userId="49d9e14f-09e0-4f81-ad6d-421fffe7070f" providerId="ADAL" clId="{1EAFC226-11D4-4628-84D5-D25FB09CCD2F}" dt="2026-07-09T15:11:02.282" v="3823" actId="680"/>
          <ac:spMkLst>
            <pc:docMk/>
            <pc:sldMk cId="1398322813" sldId="393"/>
            <ac:spMk id="2" creationId="{C1AAF2FA-1EF4-EF96-E2D2-C58924DCDA7E}"/>
          </ac:spMkLst>
        </pc:spChg>
      </pc:sldChg>
      <pc:sldChg chg="new del">
        <pc:chgData name="François THIERY" userId="49d9e14f-09e0-4f81-ad6d-421fffe7070f" providerId="ADAL" clId="{1EAFC226-11D4-4628-84D5-D25FB09CCD2F}" dt="2026-07-09T15:11:45.082" v="3832" actId="47"/>
        <pc:sldMkLst>
          <pc:docMk/>
          <pc:sldMk cId="1715407437" sldId="393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3771967884" sldId="393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3599665726" sldId="394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475718250" sldId="395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492384477" sldId="396"/>
        </pc:sldMkLst>
      </pc:sldChg>
      <pc:sldChg chg="del">
        <pc:chgData name="François THIERY" userId="49d9e14f-09e0-4f81-ad6d-421fffe7070f" providerId="ADAL" clId="{1EAFC226-11D4-4628-84D5-D25FB09CCD2F}" dt="2026-07-08T14:16:34.809" v="3369" actId="47"/>
        <pc:sldMkLst>
          <pc:docMk/>
          <pc:sldMk cId="2497006812" sldId="402"/>
        </pc:sldMkLst>
      </pc:sldChg>
      <pc:sldChg chg="modSp del mod">
        <pc:chgData name="François THIERY" userId="49d9e14f-09e0-4f81-ad6d-421fffe7070f" providerId="ADAL" clId="{1EAFC226-11D4-4628-84D5-D25FB09CCD2F}" dt="2026-07-08T14:16:32.497" v="3368" actId="47"/>
        <pc:sldMkLst>
          <pc:docMk/>
          <pc:sldMk cId="334424331" sldId="403"/>
        </pc:sldMkLst>
        <pc:spChg chg="mod">
          <ac:chgData name="François THIERY" userId="49d9e14f-09e0-4f81-ad6d-421fffe7070f" providerId="ADAL" clId="{1EAFC226-11D4-4628-84D5-D25FB09CCD2F}" dt="2026-07-08T14:16:21.946" v="3365" actId="2711"/>
          <ac:spMkLst>
            <pc:docMk/>
            <pc:sldMk cId="334424331" sldId="403"/>
            <ac:spMk id="3" creationId="{B97E5D31-B29C-BD00-2AC2-EAFFC4A90E4A}"/>
          </ac:spMkLst>
        </pc:spChg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032146076" sldId="404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912816543" sldId="405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533391669" sldId="406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483097365" sldId="407"/>
        </pc:sldMkLst>
      </pc:sldChg>
      <pc:sldChg chg="add del">
        <pc:chgData name="François THIERY" userId="49d9e14f-09e0-4f81-ad6d-421fffe7070f" providerId="ADAL" clId="{1EAFC226-11D4-4628-84D5-D25FB09CCD2F}" dt="2026-07-08T14:17:10.449" v="3394" actId="47"/>
        <pc:sldMkLst>
          <pc:docMk/>
          <pc:sldMk cId="1106988028" sldId="408"/>
        </pc:sldMkLst>
      </pc:sldChg>
      <pc:sldMasterChg chg="addSldLayout modSldLayout sldLayoutOrd">
        <pc:chgData name="François THIERY" userId="49d9e14f-09e0-4f81-ad6d-421fffe7070f" providerId="ADAL" clId="{1EAFC226-11D4-4628-84D5-D25FB09CCD2F}" dt="2026-07-09T15:35:23.237" v="4086" actId="947"/>
        <pc:sldMasterMkLst>
          <pc:docMk/>
          <pc:sldMasterMk cId="998767469" sldId="2147483672"/>
        </pc:sldMasterMkLst>
        <pc:sldLayoutChg chg="addSp delSp modSp mod">
          <pc:chgData name="François THIERY" userId="49d9e14f-09e0-4f81-ad6d-421fffe7070f" providerId="ADAL" clId="{1EAFC226-11D4-4628-84D5-D25FB09CCD2F}" dt="2026-07-09T15:23:14.549" v="3895" actId="22"/>
          <pc:sldLayoutMkLst>
            <pc:docMk/>
            <pc:sldMasterMk cId="998767469" sldId="2147483672"/>
            <pc:sldLayoutMk cId="647651248" sldId="2147483673"/>
          </pc:sldLayoutMkLst>
          <pc:spChg chg="mod">
            <ac:chgData name="François THIERY" userId="49d9e14f-09e0-4f81-ad6d-421fffe7070f" providerId="ADAL" clId="{1EAFC226-11D4-4628-84D5-D25FB09CCD2F}" dt="2026-07-09T15:22:41.818" v="3889" actId="947"/>
            <ac:spMkLst>
              <pc:docMk/>
              <pc:sldMasterMk cId="998767469" sldId="2147483672"/>
              <pc:sldLayoutMk cId="647651248" sldId="2147483673"/>
              <ac:spMk id="3" creationId="{6442B428-71FE-57CD-6747-E727DF40D1CB}"/>
            </ac:spMkLst>
          </pc:spChg>
          <pc:spChg chg="mod">
            <ac:chgData name="François THIERY" userId="49d9e14f-09e0-4f81-ad6d-421fffe7070f" providerId="ADAL" clId="{1EAFC226-11D4-4628-84D5-D25FB09CCD2F}" dt="2026-07-09T15:22:52.208" v="3891" actId="947"/>
            <ac:spMkLst>
              <pc:docMk/>
              <pc:sldMasterMk cId="998767469" sldId="2147483672"/>
              <pc:sldLayoutMk cId="647651248" sldId="2147483673"/>
              <ac:spMk id="4" creationId="{F5517450-787D-B4E6-8E16-BE0D553D9EFA}"/>
            </ac:spMkLst>
          </pc:spChg>
          <pc:spChg chg="add">
            <ac:chgData name="François THIERY" userId="49d9e14f-09e0-4f81-ad6d-421fffe7070f" providerId="ADAL" clId="{1EAFC226-11D4-4628-84D5-D25FB09CCD2F}" dt="2026-07-09T15:23:14.549" v="3895" actId="22"/>
            <ac:spMkLst>
              <pc:docMk/>
              <pc:sldMasterMk cId="998767469" sldId="2147483672"/>
              <pc:sldLayoutMk cId="647651248" sldId="2147483673"/>
              <ac:spMk id="5" creationId="{9A111997-58FB-93E6-4045-C46DE11CD8EE}"/>
            </ac:spMkLst>
          </pc:spChg>
          <pc:spChg chg="mod">
            <ac:chgData name="François THIERY" userId="49d9e14f-09e0-4f81-ad6d-421fffe7070f" providerId="ADAL" clId="{1EAFC226-11D4-4628-84D5-D25FB09CCD2F}" dt="2026-07-09T15:22:30.385" v="3887" actId="2711"/>
            <ac:spMkLst>
              <pc:docMk/>
              <pc:sldMasterMk cId="998767469" sldId="2147483672"/>
              <pc:sldLayoutMk cId="647651248" sldId="2147483673"/>
              <ac:spMk id="6" creationId="{223882F2-A4E8-E463-7AB3-E1137B623077}"/>
            </ac:spMkLst>
          </pc:spChg>
          <pc:spChg chg="mod">
            <ac:chgData name="François THIERY" userId="49d9e14f-09e0-4f81-ad6d-421fffe7070f" providerId="ADAL" clId="{1EAFC226-11D4-4628-84D5-D25FB09CCD2F}" dt="2026-07-09T15:21:48.308" v="3881" actId="2711"/>
            <ac:spMkLst>
              <pc:docMk/>
              <pc:sldMasterMk cId="998767469" sldId="2147483672"/>
              <pc:sldLayoutMk cId="647651248" sldId="2147483673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9T15:23:14.232" v="3894" actId="478"/>
            <ac:spMkLst>
              <pc:docMk/>
              <pc:sldMasterMk cId="998767469" sldId="2147483672"/>
              <pc:sldLayoutMk cId="647651248" sldId="2147483673"/>
              <ac:spMk id="18" creationId="{C724FC24-77E8-88FA-DAF9-4CEEDAF9C157}"/>
            </ac:spMkLst>
          </pc:spChg>
          <pc:spChg chg="mod">
            <ac:chgData name="François THIERY" userId="49d9e14f-09e0-4f81-ad6d-421fffe7070f" providerId="ADAL" clId="{1EAFC226-11D4-4628-84D5-D25FB09CCD2F}" dt="2026-07-09T15:23:08.728" v="3893" actId="947"/>
            <ac:spMkLst>
              <pc:docMk/>
              <pc:sldMasterMk cId="998767469" sldId="2147483672"/>
              <pc:sldLayoutMk cId="647651248" sldId="2147483673"/>
              <ac:spMk id="19" creationId="{D81FA809-F061-88CE-AD0D-CA176188D8B1}"/>
            </ac:spMkLst>
          </pc:spChg>
          <pc:spChg chg="mod">
            <ac:chgData name="François THIERY" userId="49d9e14f-09e0-4f81-ad6d-421fffe7070f" providerId="ADAL" clId="{1EAFC226-11D4-4628-84D5-D25FB09CCD2F}" dt="2026-07-09T15:22:02.713" v="3883" actId="947"/>
            <ac:spMkLst>
              <pc:docMk/>
              <pc:sldMasterMk cId="998767469" sldId="2147483672"/>
              <pc:sldLayoutMk cId="647651248" sldId="2147483673"/>
              <ac:spMk id="29" creationId="{C1CB6706-EDB1-1915-9F0C-C1370D93BB0B}"/>
            </ac:spMkLst>
          </pc:spChg>
          <pc:spChg chg="mod">
            <ac:chgData name="François THIERY" userId="49d9e14f-09e0-4f81-ad6d-421fffe7070f" providerId="ADAL" clId="{1EAFC226-11D4-4628-84D5-D25FB09CCD2F}" dt="2026-07-09T15:21:33.248" v="3879" actId="947"/>
            <ac:spMkLst>
              <pc:docMk/>
              <pc:sldMasterMk cId="998767469" sldId="2147483672"/>
              <pc:sldLayoutMk cId="647651248" sldId="2147483673"/>
              <ac:spMk id="30" creationId="{050494B7-29D3-D128-B35C-D10E7252ADAD}"/>
            </ac:spMkLst>
          </pc:spChg>
          <pc:spChg chg="mod">
            <ac:chgData name="François THIERY" userId="49d9e14f-09e0-4f81-ad6d-421fffe7070f" providerId="ADAL" clId="{1EAFC226-11D4-4628-84D5-D25FB09CCD2F}" dt="2026-07-09T15:22:15.325" v="3885" actId="947"/>
            <ac:spMkLst>
              <pc:docMk/>
              <pc:sldMasterMk cId="998767469" sldId="2147483672"/>
              <pc:sldLayoutMk cId="647651248" sldId="2147483673"/>
              <ac:spMk id="31" creationId="{1A16A519-7EB8-18E0-F423-43829FD47B88}"/>
            </ac:spMkLst>
          </pc:spChg>
        </pc:sldLayoutChg>
        <pc:sldLayoutChg chg="modSp mod ord">
          <pc:chgData name="François THIERY" userId="49d9e14f-09e0-4f81-ad6d-421fffe7070f" providerId="ADAL" clId="{1EAFC226-11D4-4628-84D5-D25FB09CCD2F}" dt="2026-07-09T15:20:19.351" v="3872" actId="2711"/>
          <pc:sldLayoutMkLst>
            <pc:docMk/>
            <pc:sldMasterMk cId="998767469" sldId="2147483672"/>
            <pc:sldLayoutMk cId="3101053485" sldId="2147483684"/>
          </pc:sldLayoutMkLst>
          <pc:spChg chg="mod">
            <ac:chgData name="François THIERY" userId="49d9e14f-09e0-4f81-ad6d-421fffe7070f" providerId="ADAL" clId="{1EAFC226-11D4-4628-84D5-D25FB09CCD2F}" dt="2026-07-09T15:20:11.063" v="3871" actId="947"/>
            <ac:spMkLst>
              <pc:docMk/>
              <pc:sldMasterMk cId="998767469" sldId="2147483672"/>
              <pc:sldLayoutMk cId="3101053485" sldId="2147483684"/>
              <ac:spMk id="2" creationId="{EAC0F114-AC89-6F23-BB81-D3281C12BA9A}"/>
            </ac:spMkLst>
          </pc:spChg>
          <pc:spChg chg="mod">
            <ac:chgData name="François THIERY" userId="49d9e14f-09e0-4f81-ad6d-421fffe7070f" providerId="ADAL" clId="{1EAFC226-11D4-4628-84D5-D25FB09CCD2F}" dt="2026-07-09T15:20:19.351" v="3872" actId="2711"/>
            <ac:spMkLst>
              <pc:docMk/>
              <pc:sldMasterMk cId="998767469" sldId="2147483672"/>
              <pc:sldLayoutMk cId="3101053485" sldId="2147483684"/>
              <ac:spMk id="14" creationId="{95EC906B-2424-34C8-29A4-1DF1BB6266C8}"/>
            </ac:spMkLst>
          </pc:spChg>
        </pc:sldLayoutChg>
        <pc:sldLayoutChg chg="modSp mod ord">
          <pc:chgData name="François THIERY" userId="49d9e14f-09e0-4f81-ad6d-421fffe7070f" providerId="ADAL" clId="{1EAFC226-11D4-4628-84D5-D25FB09CCD2F}" dt="2026-07-09T15:19:50.888" v="3869" actId="113"/>
          <pc:sldLayoutMkLst>
            <pc:docMk/>
            <pc:sldMasterMk cId="998767469" sldId="2147483672"/>
            <pc:sldLayoutMk cId="2553854360" sldId="2147483685"/>
          </pc:sldLayoutMkLst>
          <pc:spChg chg="mod">
            <ac:chgData name="François THIERY" userId="49d9e14f-09e0-4f81-ad6d-421fffe7070f" providerId="ADAL" clId="{1EAFC226-11D4-4628-84D5-D25FB09CCD2F}" dt="2026-07-09T15:19:26.116" v="3865" actId="947"/>
            <ac:spMkLst>
              <pc:docMk/>
              <pc:sldMasterMk cId="998767469" sldId="2147483672"/>
              <pc:sldLayoutMk cId="2553854360" sldId="2147483685"/>
              <ac:spMk id="2" creationId="{20602CA8-C311-2EB3-CA06-190BAA07DA92}"/>
            </ac:spMkLst>
          </pc:spChg>
          <pc:spChg chg="mod">
            <ac:chgData name="François THIERY" userId="49d9e14f-09e0-4f81-ad6d-421fffe7070f" providerId="ADAL" clId="{1EAFC226-11D4-4628-84D5-D25FB09CCD2F}" dt="2026-07-09T15:19:50.888" v="3869" actId="113"/>
            <ac:spMkLst>
              <pc:docMk/>
              <pc:sldMasterMk cId="998767469" sldId="2147483672"/>
              <pc:sldLayoutMk cId="2553854360" sldId="2147483685"/>
              <ac:spMk id="7" creationId="{3DBAD21A-31D3-4F85-5780-1D07FE4D42E2}"/>
            </ac:spMkLst>
          </pc:spChg>
        </pc:sldLayoutChg>
        <pc:sldLayoutChg chg="modSp mod">
          <pc:chgData name="François THIERY" userId="49d9e14f-09e0-4f81-ad6d-421fffe7070f" providerId="ADAL" clId="{1EAFC226-11D4-4628-84D5-D25FB09CCD2F}" dt="2026-07-09T15:21:08.670" v="3877" actId="947"/>
          <pc:sldLayoutMkLst>
            <pc:docMk/>
            <pc:sldMasterMk cId="998767469" sldId="2147483672"/>
            <pc:sldLayoutMk cId="955008998" sldId="2147483686"/>
          </pc:sldLayoutMkLst>
          <pc:spChg chg="mod">
            <ac:chgData name="François THIERY" userId="49d9e14f-09e0-4f81-ad6d-421fffe7070f" providerId="ADAL" clId="{1EAFC226-11D4-4628-84D5-D25FB09CCD2F}" dt="2026-07-09T15:20:50.204" v="3875" actId="2711"/>
            <ac:spMkLst>
              <pc:docMk/>
              <pc:sldMasterMk cId="998767469" sldId="2147483672"/>
              <pc:sldLayoutMk cId="955008998" sldId="2147483686"/>
              <ac:spMk id="7" creationId="{B741957D-7D74-0705-B812-76AA2B92B084}"/>
            </ac:spMkLst>
          </pc:spChg>
          <pc:spChg chg="mod">
            <ac:chgData name="François THIERY" userId="49d9e14f-09e0-4f81-ad6d-421fffe7070f" providerId="ADAL" clId="{1EAFC226-11D4-4628-84D5-D25FB09CCD2F}" dt="2026-07-09T15:21:08.670" v="3877" actId="947"/>
            <ac:spMkLst>
              <pc:docMk/>
              <pc:sldMasterMk cId="998767469" sldId="2147483672"/>
              <pc:sldLayoutMk cId="955008998" sldId="2147483686"/>
              <ac:spMk id="8" creationId="{E7778D9E-9BD4-1E52-FE38-D17D8AE69413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9:26.900" v="4025" actId="2711"/>
          <pc:sldLayoutMkLst>
            <pc:docMk/>
            <pc:sldMasterMk cId="998767469" sldId="2147483672"/>
            <pc:sldLayoutMk cId="341556703" sldId="2147483687"/>
          </pc:sldLayoutMkLst>
          <pc:spChg chg="del mod">
            <ac:chgData name="François THIERY" userId="49d9e14f-09e0-4f81-ad6d-421fffe7070f" providerId="ADAL" clId="{1EAFC226-11D4-4628-84D5-D25FB09CCD2F}" dt="2026-07-09T15:29:07.408" v="4020" actId="478"/>
            <ac:spMkLst>
              <pc:docMk/>
              <pc:sldMasterMk cId="998767469" sldId="2147483672"/>
              <pc:sldLayoutMk cId="341556703" sldId="2147483687"/>
              <ac:spMk id="2" creationId="{92261293-BBC9-8EEC-0B5F-4E29868720D5}"/>
            </ac:spMkLst>
          </pc:spChg>
          <pc:spChg chg="del mod">
            <ac:chgData name="François THIERY" userId="49d9e14f-09e0-4f81-ad6d-421fffe7070f" providerId="ADAL" clId="{1EAFC226-11D4-4628-84D5-D25FB09CCD2F}" dt="2026-07-09T15:29:14.906" v="4022" actId="478"/>
            <ac:spMkLst>
              <pc:docMk/>
              <pc:sldMasterMk cId="998767469" sldId="2147483672"/>
              <pc:sldLayoutMk cId="341556703" sldId="2147483687"/>
              <ac:spMk id="3" creationId="{39EE30D6-C112-03DE-7398-CF743EE2E3ED}"/>
            </ac:spMkLst>
          </pc:spChg>
          <pc:spChg chg="del">
            <ac:chgData name="François THIERY" userId="49d9e14f-09e0-4f81-ad6d-421fffe7070f" providerId="ADAL" clId="{1EAFC226-11D4-4628-84D5-D25FB09CCD2F}" dt="2026-07-09T15:24:16.245" v="3932" actId="478"/>
            <ac:spMkLst>
              <pc:docMk/>
              <pc:sldMasterMk cId="998767469" sldId="2147483672"/>
              <pc:sldLayoutMk cId="341556703" sldId="2147483687"/>
              <ac:spMk id="5" creationId="{0F8C6C30-98F2-2381-2D73-4CFCA01CC254}"/>
            </ac:spMkLst>
          </pc:spChg>
          <pc:spChg chg="add">
            <ac:chgData name="François THIERY" userId="49d9e14f-09e0-4f81-ad6d-421fffe7070f" providerId="ADAL" clId="{1EAFC226-11D4-4628-84D5-D25FB09CCD2F}" dt="2026-07-09T15:23:35.133" v="3909" actId="22"/>
            <ac:spMkLst>
              <pc:docMk/>
              <pc:sldMasterMk cId="998767469" sldId="2147483672"/>
              <pc:sldLayoutMk cId="341556703" sldId="2147483687"/>
              <ac:spMk id="6" creationId="{E7A298B5-4134-8026-32A4-6F7A36A616A2}"/>
            </ac:spMkLst>
          </pc:spChg>
          <pc:spChg chg="add mod">
            <ac:chgData name="François THIERY" userId="49d9e14f-09e0-4f81-ad6d-421fffe7070f" providerId="ADAL" clId="{1EAFC226-11D4-4628-84D5-D25FB09CCD2F}" dt="2026-07-09T15:24:16.578" v="3933"/>
            <ac:spMkLst>
              <pc:docMk/>
              <pc:sldMasterMk cId="998767469" sldId="2147483672"/>
              <pc:sldLayoutMk cId="341556703" sldId="2147483687"/>
              <ac:spMk id="7" creationId="{91063993-2397-2C57-09C3-3F1E9DCD555C}"/>
            </ac:spMkLst>
          </pc:spChg>
          <pc:spChg chg="add">
            <ac:chgData name="François THIERY" userId="49d9e14f-09e0-4f81-ad6d-421fffe7070f" providerId="ADAL" clId="{1EAFC226-11D4-4628-84D5-D25FB09CCD2F}" dt="2026-07-09T15:25:26.539" v="3961" actId="22"/>
            <ac:spMkLst>
              <pc:docMk/>
              <pc:sldMasterMk cId="998767469" sldId="2147483672"/>
              <pc:sldLayoutMk cId="341556703" sldId="2147483687"/>
              <ac:spMk id="11" creationId="{51BCB145-1221-8917-8C10-30BD356C84CD}"/>
            </ac:spMkLst>
          </pc:spChg>
          <pc:spChg chg="add mod">
            <ac:chgData name="François THIERY" userId="49d9e14f-09e0-4f81-ad6d-421fffe7070f" providerId="ADAL" clId="{1EAFC226-11D4-4628-84D5-D25FB09CCD2F}" dt="2026-07-09T15:29:07.625" v="4021"/>
            <ac:spMkLst>
              <pc:docMk/>
              <pc:sldMasterMk cId="998767469" sldId="2147483672"/>
              <pc:sldLayoutMk cId="341556703" sldId="2147483687"/>
              <ac:spMk id="12" creationId="{6A28062A-48DA-51EF-D079-2A22D3D68186}"/>
            </ac:spMkLst>
          </pc:spChg>
          <pc:spChg chg="add mod">
            <ac:chgData name="François THIERY" userId="49d9e14f-09e0-4f81-ad6d-421fffe7070f" providerId="ADAL" clId="{1EAFC226-11D4-4628-84D5-D25FB09CCD2F}" dt="2026-07-09T15:29:15.089" v="4023"/>
            <ac:spMkLst>
              <pc:docMk/>
              <pc:sldMasterMk cId="998767469" sldId="2147483672"/>
              <pc:sldLayoutMk cId="341556703" sldId="2147483687"/>
              <ac:spMk id="13" creationId="{1F19F325-058C-A9C2-0B0E-08332F7CC9A9}"/>
            </ac:spMkLst>
          </pc:spChg>
          <pc:spChg chg="mod">
            <ac:chgData name="François THIERY" userId="49d9e14f-09e0-4f81-ad6d-421fffe7070f" providerId="ADAL" clId="{1EAFC226-11D4-4628-84D5-D25FB09CCD2F}" dt="2026-07-09T15:29:26.900" v="4025" actId="2711"/>
            <ac:spMkLst>
              <pc:docMk/>
              <pc:sldMasterMk cId="998767469" sldId="2147483672"/>
              <pc:sldLayoutMk cId="341556703" sldId="2147483687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9T15:23:34.909" v="3908" actId="478"/>
            <ac:spMkLst>
              <pc:docMk/>
              <pc:sldMasterMk cId="998767469" sldId="2147483672"/>
              <pc:sldLayoutMk cId="341556703" sldId="2147483687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26.222" v="3960" actId="478"/>
            <ac:spMkLst>
              <pc:docMk/>
              <pc:sldMasterMk cId="998767469" sldId="2147483672"/>
              <pc:sldLayoutMk cId="341556703" sldId="2147483687"/>
              <ac:spMk id="19" creationId="{D81FA809-F061-88CE-AD0D-CA176188D8B1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5:36.541" v="3969" actId="22"/>
          <pc:sldLayoutMkLst>
            <pc:docMk/>
            <pc:sldMasterMk cId="998767469" sldId="2147483672"/>
            <pc:sldLayoutMk cId="3259541668" sldId="2147483688"/>
          </pc:sldLayoutMkLst>
          <pc:spChg chg="mod">
            <ac:chgData name="François THIERY" userId="49d9e14f-09e0-4f81-ad6d-421fffe7070f" providerId="ADAL" clId="{1EAFC226-11D4-4628-84D5-D25FB09CCD2F}" dt="2026-07-09T15:24:56.926" v="3947" actId="947"/>
            <ac:spMkLst>
              <pc:docMk/>
              <pc:sldMasterMk cId="998767469" sldId="2147483672"/>
              <pc:sldLayoutMk cId="3259541668" sldId="2147483688"/>
              <ac:spMk id="2" creationId="{AA0DEB71-50E9-4C03-C0FA-72D769E6F4B0}"/>
            </ac:spMkLst>
          </pc:spChg>
          <pc:spChg chg="del">
            <ac:chgData name="François THIERY" userId="49d9e14f-09e0-4f81-ad6d-421fffe7070f" providerId="ADAL" clId="{1EAFC226-11D4-4628-84D5-D25FB09CCD2F}" dt="2026-07-09T15:24:25.211" v="3940" actId="478"/>
            <ac:spMkLst>
              <pc:docMk/>
              <pc:sldMasterMk cId="998767469" sldId="2147483672"/>
              <pc:sldLayoutMk cId="3259541668" sldId="2147483688"/>
              <ac:spMk id="4" creationId="{2156AD09-21A9-F69F-DFB2-E9AA113A18B9}"/>
            </ac:spMkLst>
          </pc:spChg>
          <pc:spChg chg="add">
            <ac:chgData name="François THIERY" userId="49d9e14f-09e0-4f81-ad6d-421fffe7070f" providerId="ADAL" clId="{1EAFC226-11D4-4628-84D5-D25FB09CCD2F}" dt="2026-07-09T15:23:45.206" v="3917" actId="22"/>
            <ac:spMkLst>
              <pc:docMk/>
              <pc:sldMasterMk cId="998767469" sldId="2147483672"/>
              <pc:sldLayoutMk cId="3259541668" sldId="2147483688"/>
              <ac:spMk id="5" creationId="{940EBF32-015C-6E48-1F16-79B1BE87A7D1}"/>
            </ac:spMkLst>
          </pc:spChg>
          <pc:spChg chg="add mod">
            <ac:chgData name="François THIERY" userId="49d9e14f-09e0-4f81-ad6d-421fffe7070f" providerId="ADAL" clId="{1EAFC226-11D4-4628-84D5-D25FB09CCD2F}" dt="2026-07-09T15:24:25.578" v="3941"/>
            <ac:spMkLst>
              <pc:docMk/>
              <pc:sldMasterMk cId="998767469" sldId="2147483672"/>
              <pc:sldLayoutMk cId="3259541668" sldId="2147483688"/>
              <ac:spMk id="6" creationId="{A53EB4A0-850B-03D6-50E6-DD9B99EA217D}"/>
            </ac:spMkLst>
          </pc:spChg>
          <pc:spChg chg="add">
            <ac:chgData name="François THIERY" userId="49d9e14f-09e0-4f81-ad6d-421fffe7070f" providerId="ADAL" clId="{1EAFC226-11D4-4628-84D5-D25FB09CCD2F}" dt="2026-07-09T15:25:36.541" v="3969" actId="22"/>
            <ac:spMkLst>
              <pc:docMk/>
              <pc:sldMasterMk cId="998767469" sldId="2147483672"/>
              <pc:sldLayoutMk cId="3259541668" sldId="2147483688"/>
              <ac:spMk id="10" creationId="{A727D945-0567-119A-71F1-F9E19878EDD2}"/>
            </ac:spMkLst>
          </pc:spChg>
          <pc:spChg chg="mod">
            <ac:chgData name="François THIERY" userId="49d9e14f-09e0-4f81-ad6d-421fffe7070f" providerId="ADAL" clId="{1EAFC226-11D4-4628-84D5-D25FB09CCD2F}" dt="2026-07-09T15:24:42.715" v="3945" actId="2711"/>
            <ac:spMkLst>
              <pc:docMk/>
              <pc:sldMasterMk cId="998767469" sldId="2147483672"/>
              <pc:sldLayoutMk cId="3259541668" sldId="2147483688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9T15:23:45.008" v="3916" actId="478"/>
            <ac:spMkLst>
              <pc:docMk/>
              <pc:sldMasterMk cId="998767469" sldId="2147483672"/>
              <pc:sldLayoutMk cId="3259541668" sldId="2147483688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36.325" v="3968" actId="478"/>
            <ac:spMkLst>
              <pc:docMk/>
              <pc:sldMasterMk cId="998767469" sldId="2147483672"/>
              <pc:sldLayoutMk cId="3259541668" sldId="2147483688"/>
              <ac:spMk id="19" creationId="{D81FA809-F061-88CE-AD0D-CA176188D8B1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6:39.725" v="3987" actId="2711"/>
          <pc:sldLayoutMkLst>
            <pc:docMk/>
            <pc:sldMasterMk cId="998767469" sldId="2147483672"/>
            <pc:sldLayoutMk cId="4094485044" sldId="2147483689"/>
          </pc:sldLayoutMkLst>
          <pc:spChg chg="mod">
            <ac:chgData name="François THIERY" userId="49d9e14f-09e0-4f81-ad6d-421fffe7070f" providerId="ADAL" clId="{1EAFC226-11D4-4628-84D5-D25FB09CCD2F}" dt="2026-07-09T15:26:29.375" v="3985" actId="2711"/>
            <ac:spMkLst>
              <pc:docMk/>
              <pc:sldMasterMk cId="998767469" sldId="2147483672"/>
              <pc:sldLayoutMk cId="4094485044" sldId="2147483689"/>
              <ac:spMk id="2" creationId="{E0B75037-69EB-E328-DA6A-F5DDB946109B}"/>
            </ac:spMkLst>
          </pc:spChg>
          <pc:spChg chg="mod">
            <ac:chgData name="François THIERY" userId="49d9e14f-09e0-4f81-ad6d-421fffe7070f" providerId="ADAL" clId="{1EAFC226-11D4-4628-84D5-D25FB09CCD2F}" dt="2026-07-09T15:26:39.725" v="3987" actId="2711"/>
            <ac:spMkLst>
              <pc:docMk/>
              <pc:sldMasterMk cId="998767469" sldId="2147483672"/>
              <pc:sldLayoutMk cId="4094485044" sldId="2147483689"/>
              <ac:spMk id="3" creationId="{10B1AFA0-04BF-8DA4-4867-74536EB9EE76}"/>
            </ac:spMkLst>
          </pc:spChg>
          <pc:spChg chg="del">
            <ac:chgData name="François THIERY" userId="49d9e14f-09e0-4f81-ad6d-421fffe7070f" providerId="ADAL" clId="{1EAFC226-11D4-4628-84D5-D25FB09CCD2F}" dt="2026-07-09T15:24:05.124" v="3922" actId="478"/>
            <ac:spMkLst>
              <pc:docMk/>
              <pc:sldMasterMk cId="998767469" sldId="2147483672"/>
              <pc:sldLayoutMk cId="4094485044" sldId="2147483689"/>
              <ac:spMk id="5" creationId="{634D5ECE-F9D9-6F7A-3928-F31271830FF9}"/>
            </ac:spMkLst>
          </pc:spChg>
          <pc:spChg chg="add">
            <ac:chgData name="François THIERY" userId="49d9e14f-09e0-4f81-ad6d-421fffe7070f" providerId="ADAL" clId="{1EAFC226-11D4-4628-84D5-D25FB09CCD2F}" dt="2026-07-09T15:23:21.810" v="3899" actId="22"/>
            <ac:spMkLst>
              <pc:docMk/>
              <pc:sldMasterMk cId="998767469" sldId="2147483672"/>
              <pc:sldLayoutMk cId="4094485044" sldId="2147483689"/>
              <ac:spMk id="6" creationId="{F9509DA6-2F5F-7AAB-BE8E-FC6A04395634}"/>
            </ac:spMkLst>
          </pc:spChg>
          <pc:spChg chg="add mod">
            <ac:chgData name="François THIERY" userId="49d9e14f-09e0-4f81-ad6d-421fffe7070f" providerId="ADAL" clId="{1EAFC226-11D4-4628-84D5-D25FB09CCD2F}" dt="2026-07-09T15:24:05.425" v="3923"/>
            <ac:spMkLst>
              <pc:docMk/>
              <pc:sldMasterMk cId="998767469" sldId="2147483672"/>
              <pc:sldLayoutMk cId="4094485044" sldId="2147483689"/>
              <ac:spMk id="7" creationId="{A6CC292E-357C-442B-49AC-85A80BA6D6F7}"/>
            </ac:spMkLst>
          </pc:spChg>
          <pc:spChg chg="add">
            <ac:chgData name="François THIERY" userId="49d9e14f-09e0-4f81-ad6d-421fffe7070f" providerId="ADAL" clId="{1EAFC226-11D4-4628-84D5-D25FB09CCD2F}" dt="2026-07-09T15:25:13.599" v="3951" actId="22"/>
            <ac:spMkLst>
              <pc:docMk/>
              <pc:sldMasterMk cId="998767469" sldId="2147483672"/>
              <pc:sldLayoutMk cId="4094485044" sldId="2147483689"/>
              <ac:spMk id="11" creationId="{357AEFFA-9CFF-4B1F-30AA-67631965961F}"/>
            </ac:spMkLst>
          </pc:spChg>
          <pc:spChg chg="add mod">
            <ac:chgData name="François THIERY" userId="49d9e14f-09e0-4f81-ad6d-421fffe7070f" providerId="ADAL" clId="{1EAFC226-11D4-4628-84D5-D25FB09CCD2F}" dt="2026-07-09T15:26:18.871" v="3983"/>
            <ac:spMkLst>
              <pc:docMk/>
              <pc:sldMasterMk cId="998767469" sldId="2147483672"/>
              <pc:sldLayoutMk cId="4094485044" sldId="2147483689"/>
              <ac:spMk id="12" creationId="{E95BE744-AEE7-37F0-A496-B5FFD00A2276}"/>
            </ac:spMkLst>
          </pc:spChg>
          <pc:spChg chg="del mod">
            <ac:chgData name="François THIERY" userId="49d9e14f-09e0-4f81-ad6d-421fffe7070f" providerId="ADAL" clId="{1EAFC226-11D4-4628-84D5-D25FB09CCD2F}" dt="2026-07-09T15:26:18.604" v="3982" actId="478"/>
            <ac:spMkLst>
              <pc:docMk/>
              <pc:sldMasterMk cId="998767469" sldId="2147483672"/>
              <pc:sldLayoutMk cId="4094485044" sldId="2147483689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9T15:23:21.594" v="3898" actId="478"/>
            <ac:spMkLst>
              <pc:docMk/>
              <pc:sldMasterMk cId="998767469" sldId="2147483672"/>
              <pc:sldLayoutMk cId="4094485044" sldId="2147483689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13.325" v="3950" actId="478"/>
            <ac:spMkLst>
              <pc:docMk/>
              <pc:sldMasterMk cId="998767469" sldId="2147483672"/>
              <pc:sldLayoutMk cId="4094485044" sldId="2147483689"/>
              <ac:spMk id="19" creationId="{D81FA809-F061-88CE-AD0D-CA176188D8B1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5:39.062" v="3971" actId="22"/>
          <pc:sldLayoutMkLst>
            <pc:docMk/>
            <pc:sldMasterMk cId="998767469" sldId="2147483672"/>
            <pc:sldLayoutMk cId="3206201435" sldId="2147483690"/>
          </pc:sldLayoutMkLst>
          <pc:spChg chg="del">
            <ac:chgData name="François THIERY" userId="49d9e14f-09e0-4f81-ad6d-421fffe7070f" providerId="ADAL" clId="{1EAFC226-11D4-4628-84D5-D25FB09CCD2F}" dt="2026-07-09T15:24:27.398" v="3942" actId="478"/>
            <ac:spMkLst>
              <pc:docMk/>
              <pc:sldMasterMk cId="998767469" sldId="2147483672"/>
              <pc:sldLayoutMk cId="3206201435" sldId="2147483690"/>
              <ac:spMk id="3" creationId="{9CF9EC70-C6D4-1DA9-20A9-35E00E872441}"/>
            </ac:spMkLst>
          </pc:spChg>
          <pc:spChg chg="add">
            <ac:chgData name="François THIERY" userId="49d9e14f-09e0-4f81-ad6d-421fffe7070f" providerId="ADAL" clId="{1EAFC226-11D4-4628-84D5-D25FB09CCD2F}" dt="2026-07-09T15:23:47.542" v="3919" actId="22"/>
            <ac:spMkLst>
              <pc:docMk/>
              <pc:sldMasterMk cId="998767469" sldId="2147483672"/>
              <pc:sldLayoutMk cId="3206201435" sldId="2147483690"/>
              <ac:spMk id="4" creationId="{68F595E0-4D06-A0E3-FE57-E334C5FF8321}"/>
            </ac:spMkLst>
          </pc:spChg>
          <pc:spChg chg="add mod">
            <ac:chgData name="François THIERY" userId="49d9e14f-09e0-4f81-ad6d-421fffe7070f" providerId="ADAL" clId="{1EAFC226-11D4-4628-84D5-D25FB09CCD2F}" dt="2026-07-09T15:24:27.653" v="3943"/>
            <ac:spMkLst>
              <pc:docMk/>
              <pc:sldMasterMk cId="998767469" sldId="2147483672"/>
              <pc:sldLayoutMk cId="3206201435" sldId="2147483690"/>
              <ac:spMk id="5" creationId="{2373FC82-DD73-A5D0-95F7-6D69A35DE758}"/>
            </ac:spMkLst>
          </pc:spChg>
          <pc:spChg chg="add">
            <ac:chgData name="François THIERY" userId="49d9e14f-09e0-4f81-ad6d-421fffe7070f" providerId="ADAL" clId="{1EAFC226-11D4-4628-84D5-D25FB09CCD2F}" dt="2026-07-09T15:25:39.062" v="3971" actId="22"/>
            <ac:spMkLst>
              <pc:docMk/>
              <pc:sldMasterMk cId="998767469" sldId="2147483672"/>
              <pc:sldLayoutMk cId="3206201435" sldId="2147483690"/>
              <ac:spMk id="7" creationId="{C3FE33F2-5690-9969-C97A-BB9D173717FC}"/>
            </ac:spMkLst>
          </pc:spChg>
          <pc:spChg chg="del">
            <ac:chgData name="François THIERY" userId="49d9e14f-09e0-4f81-ad6d-421fffe7070f" providerId="ADAL" clId="{1EAFC226-11D4-4628-84D5-D25FB09CCD2F}" dt="2026-07-09T15:23:47.343" v="3918" actId="478"/>
            <ac:spMkLst>
              <pc:docMk/>
              <pc:sldMasterMk cId="998767469" sldId="2147483672"/>
              <pc:sldLayoutMk cId="3206201435" sldId="2147483690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38.887" v="3970" actId="478"/>
            <ac:spMkLst>
              <pc:docMk/>
              <pc:sldMasterMk cId="998767469" sldId="2147483672"/>
              <pc:sldLayoutMk cId="3206201435" sldId="2147483690"/>
              <ac:spMk id="19" creationId="{D81FA809-F061-88CE-AD0D-CA176188D8B1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7:05.222" v="3993" actId="2711"/>
          <pc:sldLayoutMkLst>
            <pc:docMk/>
            <pc:sldMasterMk cId="998767469" sldId="2147483672"/>
            <pc:sldLayoutMk cId="3097231241" sldId="2147483691"/>
          </pc:sldLayoutMkLst>
          <pc:spChg chg="del mod">
            <ac:chgData name="François THIERY" userId="49d9e14f-09e0-4f81-ad6d-421fffe7070f" providerId="ADAL" clId="{1EAFC226-11D4-4628-84D5-D25FB09CCD2F}" dt="2026-07-09T15:26:49.109" v="3988" actId="478"/>
            <ac:spMkLst>
              <pc:docMk/>
              <pc:sldMasterMk cId="998767469" sldId="2147483672"/>
              <pc:sldLayoutMk cId="3097231241" sldId="2147483691"/>
              <ac:spMk id="2" creationId="{23216B56-48B5-9C7C-FCF5-6868F43EF710}"/>
            </ac:spMkLst>
          </pc:spChg>
          <pc:spChg chg="mod">
            <ac:chgData name="François THIERY" userId="49d9e14f-09e0-4f81-ad6d-421fffe7070f" providerId="ADAL" clId="{1EAFC226-11D4-4628-84D5-D25FB09CCD2F}" dt="2026-07-09T15:27:05.222" v="3993" actId="2711"/>
            <ac:spMkLst>
              <pc:docMk/>
              <pc:sldMasterMk cId="998767469" sldId="2147483672"/>
              <pc:sldLayoutMk cId="3097231241" sldId="2147483691"/>
              <ac:spMk id="3" creationId="{42E08557-FA5A-7EAF-5A4B-B9E16A873AEC}"/>
            </ac:spMkLst>
          </pc:spChg>
          <pc:spChg chg="del">
            <ac:chgData name="François THIERY" userId="49d9e14f-09e0-4f81-ad6d-421fffe7070f" providerId="ADAL" clId="{1EAFC226-11D4-4628-84D5-D25FB09CCD2F}" dt="2026-07-09T15:24:07.245" v="3924" actId="478"/>
            <ac:spMkLst>
              <pc:docMk/>
              <pc:sldMasterMk cId="998767469" sldId="2147483672"/>
              <pc:sldLayoutMk cId="3097231241" sldId="2147483691"/>
              <ac:spMk id="5" creationId="{DC3773E0-E856-44F2-329C-3FC1D1AEA35E}"/>
            </ac:spMkLst>
          </pc:spChg>
          <pc:spChg chg="add">
            <ac:chgData name="François THIERY" userId="49d9e14f-09e0-4f81-ad6d-421fffe7070f" providerId="ADAL" clId="{1EAFC226-11D4-4628-84D5-D25FB09CCD2F}" dt="2026-07-09T15:23:24.434" v="3901" actId="22"/>
            <ac:spMkLst>
              <pc:docMk/>
              <pc:sldMasterMk cId="998767469" sldId="2147483672"/>
              <pc:sldLayoutMk cId="3097231241" sldId="2147483691"/>
              <ac:spMk id="6" creationId="{3BFE7827-2EF2-4A59-D6DD-CCA0AE6E4815}"/>
            </ac:spMkLst>
          </pc:spChg>
          <pc:spChg chg="add mod">
            <ac:chgData name="François THIERY" userId="49d9e14f-09e0-4f81-ad6d-421fffe7070f" providerId="ADAL" clId="{1EAFC226-11D4-4628-84D5-D25FB09CCD2F}" dt="2026-07-09T15:24:07.579" v="3925"/>
            <ac:spMkLst>
              <pc:docMk/>
              <pc:sldMasterMk cId="998767469" sldId="2147483672"/>
              <pc:sldLayoutMk cId="3097231241" sldId="2147483691"/>
              <ac:spMk id="7" creationId="{5B59EBB2-3E63-8561-6C4F-8D6120DF8C04}"/>
            </ac:spMkLst>
          </pc:spChg>
          <pc:spChg chg="add">
            <ac:chgData name="François THIERY" userId="49d9e14f-09e0-4f81-ad6d-421fffe7070f" providerId="ADAL" clId="{1EAFC226-11D4-4628-84D5-D25FB09CCD2F}" dt="2026-07-09T15:25:16.104" v="3953" actId="22"/>
            <ac:spMkLst>
              <pc:docMk/>
              <pc:sldMasterMk cId="998767469" sldId="2147483672"/>
              <pc:sldLayoutMk cId="3097231241" sldId="2147483691"/>
              <ac:spMk id="10" creationId="{3C64FE1F-63BD-9FE2-6162-ED8A810A48AC}"/>
            </ac:spMkLst>
          </pc:spChg>
          <pc:spChg chg="add mod">
            <ac:chgData name="François THIERY" userId="49d9e14f-09e0-4f81-ad6d-421fffe7070f" providerId="ADAL" clId="{1EAFC226-11D4-4628-84D5-D25FB09CCD2F}" dt="2026-07-09T15:26:49.292" v="3989"/>
            <ac:spMkLst>
              <pc:docMk/>
              <pc:sldMasterMk cId="998767469" sldId="2147483672"/>
              <pc:sldLayoutMk cId="3097231241" sldId="2147483691"/>
              <ac:spMk id="11" creationId="{A698B260-23C6-06F9-D0D9-C7F1DB68D89B}"/>
            </ac:spMkLst>
          </pc:spChg>
          <pc:spChg chg="add mod">
            <ac:chgData name="François THIERY" userId="49d9e14f-09e0-4f81-ad6d-421fffe7070f" providerId="ADAL" clId="{1EAFC226-11D4-4628-84D5-D25FB09CCD2F}" dt="2026-07-09T15:26:54.937" v="3991"/>
            <ac:spMkLst>
              <pc:docMk/>
              <pc:sldMasterMk cId="998767469" sldId="2147483672"/>
              <pc:sldLayoutMk cId="3097231241" sldId="2147483691"/>
              <ac:spMk id="12" creationId="{A3BF1349-43F0-EE5B-402B-D4457B4B3572}"/>
            </ac:spMkLst>
          </pc:spChg>
          <pc:spChg chg="del">
            <ac:chgData name="François THIERY" userId="49d9e14f-09e0-4f81-ad6d-421fffe7070f" providerId="ADAL" clId="{1EAFC226-11D4-4628-84D5-D25FB09CCD2F}" dt="2026-07-09T15:23:24.233" v="3900" actId="478"/>
            <ac:spMkLst>
              <pc:docMk/>
              <pc:sldMasterMk cId="998767469" sldId="2147483672"/>
              <pc:sldLayoutMk cId="3097231241" sldId="2147483691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15.848" v="3952" actId="478"/>
            <ac:spMkLst>
              <pc:docMk/>
              <pc:sldMasterMk cId="998767469" sldId="2147483672"/>
              <pc:sldLayoutMk cId="3097231241" sldId="2147483691"/>
              <ac:spMk id="19" creationId="{D81FA809-F061-88CE-AD0D-CA176188D8B1}"/>
            </ac:spMkLst>
          </pc:spChg>
          <pc:spChg chg="del mod">
            <ac:chgData name="François THIERY" userId="49d9e14f-09e0-4f81-ad6d-421fffe7070f" providerId="ADAL" clId="{1EAFC226-11D4-4628-84D5-D25FB09CCD2F}" dt="2026-07-09T15:26:54.765" v="3990" actId="478"/>
            <ac:spMkLst>
              <pc:docMk/>
              <pc:sldMasterMk cId="998767469" sldId="2147483672"/>
              <pc:sldLayoutMk cId="3097231241" sldId="2147483691"/>
              <ac:spMk id="31" creationId="{1A16A519-7EB8-18E0-F423-43829FD47B88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30:44.668" v="4039" actId="2711"/>
          <pc:sldLayoutMkLst>
            <pc:docMk/>
            <pc:sldMasterMk cId="998767469" sldId="2147483672"/>
            <pc:sldLayoutMk cId="1385064749" sldId="2147483692"/>
          </pc:sldLayoutMkLst>
          <pc:spChg chg="mod">
            <ac:chgData name="François THIERY" userId="49d9e14f-09e0-4f81-ad6d-421fffe7070f" providerId="ADAL" clId="{1EAFC226-11D4-4628-84D5-D25FB09CCD2F}" dt="2026-07-09T15:30:44.668" v="4039" actId="2711"/>
            <ac:spMkLst>
              <pc:docMk/>
              <pc:sldMasterMk cId="998767469" sldId="2147483672"/>
              <pc:sldLayoutMk cId="1385064749" sldId="2147483692"/>
              <ac:spMk id="2" creationId="{6CC3FEEF-7B6D-6C1F-B0D1-79EBDD3B5D0C}"/>
            </ac:spMkLst>
          </pc:spChg>
          <pc:spChg chg="mod">
            <ac:chgData name="François THIERY" userId="49d9e14f-09e0-4f81-ad6d-421fffe7070f" providerId="ADAL" clId="{1EAFC226-11D4-4628-84D5-D25FB09CCD2F}" dt="2026-07-09T15:30:20.594" v="4035" actId="947"/>
            <ac:spMkLst>
              <pc:docMk/>
              <pc:sldMasterMk cId="998767469" sldId="2147483672"/>
              <pc:sldLayoutMk cId="1385064749" sldId="2147483692"/>
              <ac:spMk id="3" creationId="{95F6D14A-1DB7-D0FA-E09E-9FD63CA6101A}"/>
            </ac:spMkLst>
          </pc:spChg>
          <pc:spChg chg="del">
            <ac:chgData name="François THIERY" userId="49d9e14f-09e0-4f81-ad6d-421fffe7070f" providerId="ADAL" clId="{1EAFC226-11D4-4628-84D5-D25FB09CCD2F}" dt="2026-07-09T15:24:20.736" v="3936" actId="478"/>
            <ac:spMkLst>
              <pc:docMk/>
              <pc:sldMasterMk cId="998767469" sldId="2147483672"/>
              <pc:sldLayoutMk cId="1385064749" sldId="2147483692"/>
              <ac:spMk id="5" creationId="{FF20C83F-F111-78EB-D99B-82930B8F87B7}"/>
            </ac:spMkLst>
          </pc:spChg>
          <pc:spChg chg="add">
            <ac:chgData name="François THIERY" userId="49d9e14f-09e0-4f81-ad6d-421fffe7070f" providerId="ADAL" clId="{1EAFC226-11D4-4628-84D5-D25FB09CCD2F}" dt="2026-07-09T15:23:40.324" v="3913" actId="22"/>
            <ac:spMkLst>
              <pc:docMk/>
              <pc:sldMasterMk cId="998767469" sldId="2147483672"/>
              <pc:sldLayoutMk cId="1385064749" sldId="2147483692"/>
              <ac:spMk id="6" creationId="{56D8AD3B-586A-D2B7-A91D-6866B63FF214}"/>
            </ac:spMkLst>
          </pc:spChg>
          <pc:spChg chg="add mod">
            <ac:chgData name="François THIERY" userId="49d9e14f-09e0-4f81-ad6d-421fffe7070f" providerId="ADAL" clId="{1EAFC226-11D4-4628-84D5-D25FB09CCD2F}" dt="2026-07-09T15:24:21.036" v="3937"/>
            <ac:spMkLst>
              <pc:docMk/>
              <pc:sldMasterMk cId="998767469" sldId="2147483672"/>
              <pc:sldLayoutMk cId="1385064749" sldId="2147483692"/>
              <ac:spMk id="7" creationId="{8683CB9B-FE5D-798F-EEF1-D3FB8E0E560B}"/>
            </ac:spMkLst>
          </pc:spChg>
          <pc:spChg chg="add">
            <ac:chgData name="François THIERY" userId="49d9e14f-09e0-4f81-ad6d-421fffe7070f" providerId="ADAL" clId="{1EAFC226-11D4-4628-84D5-D25FB09CCD2F}" dt="2026-07-09T15:25:31.548" v="3965" actId="22"/>
            <ac:spMkLst>
              <pc:docMk/>
              <pc:sldMasterMk cId="998767469" sldId="2147483672"/>
              <pc:sldLayoutMk cId="1385064749" sldId="2147483692"/>
              <ac:spMk id="10" creationId="{4B1D9AB1-51DF-4AC6-3DAF-DA1AE2D5BC36}"/>
            </ac:spMkLst>
          </pc:spChg>
          <pc:spChg chg="del">
            <ac:chgData name="François THIERY" userId="49d9e14f-09e0-4f81-ad6d-421fffe7070f" providerId="ADAL" clId="{1EAFC226-11D4-4628-84D5-D25FB09CCD2F}" dt="2026-07-09T15:23:40.030" v="3912" actId="478"/>
            <ac:spMkLst>
              <pc:docMk/>
              <pc:sldMasterMk cId="998767469" sldId="2147483672"/>
              <pc:sldLayoutMk cId="1385064749" sldId="2147483692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31.281" v="3964" actId="478"/>
            <ac:spMkLst>
              <pc:docMk/>
              <pc:sldMasterMk cId="998767469" sldId="2147483672"/>
              <pc:sldLayoutMk cId="1385064749" sldId="2147483692"/>
              <ac:spMk id="19" creationId="{D81FA809-F061-88CE-AD0D-CA176188D8B1}"/>
            </ac:spMkLst>
          </pc:spChg>
          <pc:spChg chg="mod">
            <ac:chgData name="François THIERY" userId="49d9e14f-09e0-4f81-ad6d-421fffe7070f" providerId="ADAL" clId="{1EAFC226-11D4-4628-84D5-D25FB09CCD2F}" dt="2026-07-09T15:30:33.315" v="4037" actId="2711"/>
            <ac:spMkLst>
              <pc:docMk/>
              <pc:sldMasterMk cId="998767469" sldId="2147483672"/>
              <pc:sldLayoutMk cId="1385064749" sldId="2147483692"/>
              <ac:spMk id="29" creationId="{C1CB6706-EDB1-1915-9F0C-C1370D93BB0B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31:16.476" v="4045" actId="2711"/>
          <pc:sldLayoutMkLst>
            <pc:docMk/>
            <pc:sldMasterMk cId="998767469" sldId="2147483672"/>
            <pc:sldLayoutMk cId="3318147708" sldId="2147483693"/>
          </pc:sldLayoutMkLst>
          <pc:spChg chg="mod">
            <ac:chgData name="François THIERY" userId="49d9e14f-09e0-4f81-ad6d-421fffe7070f" providerId="ADAL" clId="{1EAFC226-11D4-4628-84D5-D25FB09CCD2F}" dt="2026-07-09T15:31:16.476" v="4045" actId="2711"/>
            <ac:spMkLst>
              <pc:docMk/>
              <pc:sldMasterMk cId="998767469" sldId="2147483672"/>
              <pc:sldLayoutMk cId="3318147708" sldId="2147483693"/>
              <ac:spMk id="3" creationId="{BF3654F6-A8BE-EE08-7508-8DD3F7F593DE}"/>
            </ac:spMkLst>
          </pc:spChg>
          <pc:spChg chg="del">
            <ac:chgData name="François THIERY" userId="49d9e14f-09e0-4f81-ad6d-421fffe7070f" providerId="ADAL" clId="{1EAFC226-11D4-4628-84D5-D25FB09CCD2F}" dt="2026-07-09T15:24:22.926" v="3938" actId="478"/>
            <ac:spMkLst>
              <pc:docMk/>
              <pc:sldMasterMk cId="998767469" sldId="2147483672"/>
              <pc:sldLayoutMk cId="3318147708" sldId="2147483693"/>
              <ac:spMk id="5" creationId="{9890AD68-5F04-E159-F522-A11310D656A6}"/>
            </ac:spMkLst>
          </pc:spChg>
          <pc:spChg chg="del mod">
            <ac:chgData name="François THIERY" userId="49d9e14f-09e0-4f81-ad6d-421fffe7070f" providerId="ADAL" clId="{1EAFC226-11D4-4628-84D5-D25FB09CCD2F}" dt="2026-07-09T15:30:58.043" v="4040" actId="478"/>
            <ac:spMkLst>
              <pc:docMk/>
              <pc:sldMasterMk cId="998767469" sldId="2147483672"/>
              <pc:sldLayoutMk cId="3318147708" sldId="2147483693"/>
              <ac:spMk id="6" creationId="{DFAF02E9-2FE8-A040-6E1D-64B7B8C250CF}"/>
            </ac:spMkLst>
          </pc:spChg>
          <pc:spChg chg="del mod">
            <ac:chgData name="François THIERY" userId="49d9e14f-09e0-4f81-ad6d-421fffe7070f" providerId="ADAL" clId="{1EAFC226-11D4-4628-84D5-D25FB09CCD2F}" dt="2026-07-09T15:30:58.043" v="4040" actId="478"/>
            <ac:spMkLst>
              <pc:docMk/>
              <pc:sldMasterMk cId="998767469" sldId="2147483672"/>
              <pc:sldLayoutMk cId="3318147708" sldId="2147483693"/>
              <ac:spMk id="7" creationId="{687DBBE4-0E88-2283-B385-24FF8898D180}"/>
            </ac:spMkLst>
          </pc:spChg>
          <pc:spChg chg="add">
            <ac:chgData name="François THIERY" userId="49d9e14f-09e0-4f81-ad6d-421fffe7070f" providerId="ADAL" clId="{1EAFC226-11D4-4628-84D5-D25FB09CCD2F}" dt="2026-07-09T15:23:42.749" v="3915" actId="22"/>
            <ac:spMkLst>
              <pc:docMk/>
              <pc:sldMasterMk cId="998767469" sldId="2147483672"/>
              <pc:sldLayoutMk cId="3318147708" sldId="2147483693"/>
              <ac:spMk id="8" creationId="{F781D489-CC89-19CA-F255-F52625007DA1}"/>
            </ac:spMkLst>
          </pc:spChg>
          <pc:spChg chg="add mod">
            <ac:chgData name="François THIERY" userId="49d9e14f-09e0-4f81-ad6d-421fffe7070f" providerId="ADAL" clId="{1EAFC226-11D4-4628-84D5-D25FB09CCD2F}" dt="2026-07-09T15:24:23.375" v="3939"/>
            <ac:spMkLst>
              <pc:docMk/>
              <pc:sldMasterMk cId="998767469" sldId="2147483672"/>
              <pc:sldLayoutMk cId="3318147708" sldId="2147483693"/>
              <ac:spMk id="10" creationId="{46C7D923-67DB-3B65-CD4D-652EDAB5959C}"/>
            </ac:spMkLst>
          </pc:spChg>
          <pc:spChg chg="add">
            <ac:chgData name="François THIERY" userId="49d9e14f-09e0-4f81-ad6d-421fffe7070f" providerId="ADAL" clId="{1EAFC226-11D4-4628-84D5-D25FB09CCD2F}" dt="2026-07-09T15:25:34.186" v="3967" actId="22"/>
            <ac:spMkLst>
              <pc:docMk/>
              <pc:sldMasterMk cId="998767469" sldId="2147483672"/>
              <pc:sldLayoutMk cId="3318147708" sldId="2147483693"/>
              <ac:spMk id="13" creationId="{97B02EF6-5255-04B3-1952-41F41529C037}"/>
            </ac:spMkLst>
          </pc:spChg>
          <pc:spChg chg="add mod">
            <ac:chgData name="François THIERY" userId="49d9e14f-09e0-4f81-ad6d-421fffe7070f" providerId="ADAL" clId="{1EAFC226-11D4-4628-84D5-D25FB09CCD2F}" dt="2026-07-09T15:30:58.360" v="4041"/>
            <ac:spMkLst>
              <pc:docMk/>
              <pc:sldMasterMk cId="998767469" sldId="2147483672"/>
              <pc:sldLayoutMk cId="3318147708" sldId="2147483693"/>
              <ac:spMk id="14" creationId="{0F2A560C-DB1F-62C1-63F1-A63C7F101EA3}"/>
            </ac:spMkLst>
          </pc:spChg>
          <pc:spChg chg="add mod">
            <ac:chgData name="François THIERY" userId="49d9e14f-09e0-4f81-ad6d-421fffe7070f" providerId="ADAL" clId="{1EAFC226-11D4-4628-84D5-D25FB09CCD2F}" dt="2026-07-09T15:30:58.360" v="4041"/>
            <ac:spMkLst>
              <pc:docMk/>
              <pc:sldMasterMk cId="998767469" sldId="2147483672"/>
              <pc:sldLayoutMk cId="3318147708" sldId="2147483693"/>
              <ac:spMk id="15" creationId="{FA661B9D-3CF6-B729-4429-FE0157867561}"/>
            </ac:spMkLst>
          </pc:spChg>
          <pc:spChg chg="add mod">
            <ac:chgData name="François THIERY" userId="49d9e14f-09e0-4f81-ad6d-421fffe7070f" providerId="ADAL" clId="{1EAFC226-11D4-4628-84D5-D25FB09CCD2F}" dt="2026-07-09T15:31:03.687" v="4043"/>
            <ac:spMkLst>
              <pc:docMk/>
              <pc:sldMasterMk cId="998767469" sldId="2147483672"/>
              <pc:sldLayoutMk cId="3318147708" sldId="2147483693"/>
              <ac:spMk id="16" creationId="{35CE26EB-5130-70A3-8AD1-4A3FA5664C02}"/>
            </ac:spMkLst>
          </pc:spChg>
          <pc:spChg chg="del">
            <ac:chgData name="François THIERY" userId="49d9e14f-09e0-4f81-ad6d-421fffe7070f" providerId="ADAL" clId="{1EAFC226-11D4-4628-84D5-D25FB09CCD2F}" dt="2026-07-09T15:23:42.533" v="3914" actId="478"/>
            <ac:spMkLst>
              <pc:docMk/>
              <pc:sldMasterMk cId="998767469" sldId="2147483672"/>
              <pc:sldLayoutMk cId="3318147708" sldId="2147483693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33.956" v="3966" actId="478"/>
            <ac:spMkLst>
              <pc:docMk/>
              <pc:sldMasterMk cId="998767469" sldId="2147483672"/>
              <pc:sldLayoutMk cId="3318147708" sldId="2147483693"/>
              <ac:spMk id="19" creationId="{D81FA809-F061-88CE-AD0D-CA176188D8B1}"/>
            </ac:spMkLst>
          </pc:spChg>
          <pc:spChg chg="del mod">
            <ac:chgData name="François THIERY" userId="49d9e14f-09e0-4f81-ad6d-421fffe7070f" providerId="ADAL" clId="{1EAFC226-11D4-4628-84D5-D25FB09CCD2F}" dt="2026-07-09T15:31:03.487" v="4042" actId="478"/>
            <ac:spMkLst>
              <pc:docMk/>
              <pc:sldMasterMk cId="998767469" sldId="2147483672"/>
              <pc:sldLayoutMk cId="3318147708" sldId="2147483693"/>
              <ac:spMk id="29" creationId="{C1CB6706-EDB1-1915-9F0C-C1370D93BB0B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9:56.863" v="4033"/>
          <pc:sldLayoutMkLst>
            <pc:docMk/>
            <pc:sldMasterMk cId="998767469" sldId="2147483672"/>
            <pc:sldLayoutMk cId="458800800" sldId="2147483694"/>
          </pc:sldLayoutMkLst>
          <pc:spChg chg="del mod">
            <ac:chgData name="François THIERY" userId="49d9e14f-09e0-4f81-ad6d-421fffe7070f" providerId="ADAL" clId="{1EAFC226-11D4-4628-84D5-D25FB09CCD2F}" dt="2026-07-09T15:29:56.649" v="4032" actId="478"/>
            <ac:spMkLst>
              <pc:docMk/>
              <pc:sldMasterMk cId="998767469" sldId="2147483672"/>
              <pc:sldLayoutMk cId="458800800" sldId="2147483694"/>
              <ac:spMk id="3" creationId="{F722ACE8-AB28-8A79-114C-6CFA995F6ED0}"/>
            </ac:spMkLst>
          </pc:spChg>
          <pc:spChg chg="del">
            <ac:chgData name="François THIERY" userId="49d9e14f-09e0-4f81-ad6d-421fffe7070f" providerId="ADAL" clId="{1EAFC226-11D4-4628-84D5-D25FB09CCD2F}" dt="2026-07-09T15:24:18.500" v="3934" actId="478"/>
            <ac:spMkLst>
              <pc:docMk/>
              <pc:sldMasterMk cId="998767469" sldId="2147483672"/>
              <pc:sldLayoutMk cId="458800800" sldId="2147483694"/>
              <ac:spMk id="5" creationId="{EAD25138-6AE6-4C98-955B-774120CD16AC}"/>
            </ac:spMkLst>
          </pc:spChg>
          <pc:spChg chg="del mod">
            <ac:chgData name="François THIERY" userId="49d9e14f-09e0-4f81-ad6d-421fffe7070f" providerId="ADAL" clId="{1EAFC226-11D4-4628-84D5-D25FB09CCD2F}" dt="2026-07-09T15:29:41.237" v="4028" actId="478"/>
            <ac:spMkLst>
              <pc:docMk/>
              <pc:sldMasterMk cId="998767469" sldId="2147483672"/>
              <pc:sldLayoutMk cId="458800800" sldId="2147483694"/>
              <ac:spMk id="6" creationId="{5E205E49-7596-E8A4-E537-665B10004F8D}"/>
            </ac:spMkLst>
          </pc:spChg>
          <pc:spChg chg="del mod">
            <ac:chgData name="François THIERY" userId="49d9e14f-09e0-4f81-ad6d-421fffe7070f" providerId="ADAL" clId="{1EAFC226-11D4-4628-84D5-D25FB09CCD2F}" dt="2026-07-09T15:29:38.348" v="4026" actId="478"/>
            <ac:spMkLst>
              <pc:docMk/>
              <pc:sldMasterMk cId="998767469" sldId="2147483672"/>
              <pc:sldLayoutMk cId="458800800" sldId="2147483694"/>
              <ac:spMk id="7" creationId="{0FE1AE12-1E40-2B12-0902-83C0BE0989B5}"/>
            </ac:spMkLst>
          </pc:spChg>
          <pc:spChg chg="add">
            <ac:chgData name="François THIERY" userId="49d9e14f-09e0-4f81-ad6d-421fffe7070f" providerId="ADAL" clId="{1EAFC226-11D4-4628-84D5-D25FB09CCD2F}" dt="2026-07-09T15:23:37.658" v="3911" actId="22"/>
            <ac:spMkLst>
              <pc:docMk/>
              <pc:sldMasterMk cId="998767469" sldId="2147483672"/>
              <pc:sldLayoutMk cId="458800800" sldId="2147483694"/>
              <ac:spMk id="10" creationId="{C35F20AF-4B5A-1F7B-58E3-F9C14AE2C047}"/>
            </ac:spMkLst>
          </pc:spChg>
          <pc:spChg chg="add mod">
            <ac:chgData name="François THIERY" userId="49d9e14f-09e0-4f81-ad6d-421fffe7070f" providerId="ADAL" clId="{1EAFC226-11D4-4628-84D5-D25FB09CCD2F}" dt="2026-07-09T15:24:18.843" v="3935"/>
            <ac:spMkLst>
              <pc:docMk/>
              <pc:sldMasterMk cId="998767469" sldId="2147483672"/>
              <pc:sldLayoutMk cId="458800800" sldId="2147483694"/>
              <ac:spMk id="11" creationId="{A519B94B-75EB-6A03-DA3C-9AEDD4E19F12}"/>
            </ac:spMkLst>
          </pc:spChg>
          <pc:spChg chg="add">
            <ac:chgData name="François THIERY" userId="49d9e14f-09e0-4f81-ad6d-421fffe7070f" providerId="ADAL" clId="{1EAFC226-11D4-4628-84D5-D25FB09CCD2F}" dt="2026-07-09T15:25:29.027" v="3963" actId="22"/>
            <ac:spMkLst>
              <pc:docMk/>
              <pc:sldMasterMk cId="998767469" sldId="2147483672"/>
              <pc:sldLayoutMk cId="458800800" sldId="2147483694"/>
              <ac:spMk id="13" creationId="{C2814B5C-1ECB-03FF-D632-C80DEFC97493}"/>
            </ac:spMkLst>
          </pc:spChg>
          <pc:spChg chg="del mod">
            <ac:chgData name="François THIERY" userId="49d9e14f-09e0-4f81-ad6d-421fffe7070f" providerId="ADAL" clId="{1EAFC226-11D4-4628-84D5-D25FB09CCD2F}" dt="2026-07-09T15:29:48.099" v="4030" actId="478"/>
            <ac:spMkLst>
              <pc:docMk/>
              <pc:sldMasterMk cId="998767469" sldId="2147483672"/>
              <pc:sldLayoutMk cId="458800800" sldId="2147483694"/>
              <ac:spMk id="14" creationId="{FF112FCC-54F9-DA6A-4FAE-C6320220F024}"/>
            </ac:spMkLst>
          </pc:spChg>
          <pc:spChg chg="add mod">
            <ac:chgData name="François THIERY" userId="49d9e14f-09e0-4f81-ad6d-421fffe7070f" providerId="ADAL" clId="{1EAFC226-11D4-4628-84D5-D25FB09CCD2F}" dt="2026-07-09T15:29:38.615" v="4027"/>
            <ac:spMkLst>
              <pc:docMk/>
              <pc:sldMasterMk cId="998767469" sldId="2147483672"/>
              <pc:sldLayoutMk cId="458800800" sldId="2147483694"/>
              <ac:spMk id="15" creationId="{67D5B5B6-E2CD-7331-5F25-332BB19D471F}"/>
            </ac:spMkLst>
          </pc:spChg>
          <pc:spChg chg="add mod">
            <ac:chgData name="François THIERY" userId="49d9e14f-09e0-4f81-ad6d-421fffe7070f" providerId="ADAL" clId="{1EAFC226-11D4-4628-84D5-D25FB09CCD2F}" dt="2026-07-09T15:29:38.615" v="4027"/>
            <ac:spMkLst>
              <pc:docMk/>
              <pc:sldMasterMk cId="998767469" sldId="2147483672"/>
              <pc:sldLayoutMk cId="458800800" sldId="2147483694"/>
              <ac:spMk id="16" creationId="{EDA1B753-A550-625C-7FBB-4508208EB67D}"/>
            </ac:spMkLst>
          </pc:spChg>
          <pc:spChg chg="del">
            <ac:chgData name="François THIERY" userId="49d9e14f-09e0-4f81-ad6d-421fffe7070f" providerId="ADAL" clId="{1EAFC226-11D4-4628-84D5-D25FB09CCD2F}" dt="2026-07-09T15:23:37.444" v="3910" actId="478"/>
            <ac:spMkLst>
              <pc:docMk/>
              <pc:sldMasterMk cId="998767469" sldId="2147483672"/>
              <pc:sldLayoutMk cId="458800800" sldId="2147483694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28.792" v="3962" actId="478"/>
            <ac:spMkLst>
              <pc:docMk/>
              <pc:sldMasterMk cId="998767469" sldId="2147483672"/>
              <pc:sldLayoutMk cId="458800800" sldId="2147483694"/>
              <ac:spMk id="19" creationId="{D81FA809-F061-88CE-AD0D-CA176188D8B1}"/>
            </ac:spMkLst>
          </pc:spChg>
          <pc:spChg chg="add mod">
            <ac:chgData name="François THIERY" userId="49d9e14f-09e0-4f81-ad6d-421fffe7070f" providerId="ADAL" clId="{1EAFC226-11D4-4628-84D5-D25FB09CCD2F}" dt="2026-07-09T15:29:41.537" v="4029"/>
            <ac:spMkLst>
              <pc:docMk/>
              <pc:sldMasterMk cId="998767469" sldId="2147483672"/>
              <pc:sldLayoutMk cId="458800800" sldId="2147483694"/>
              <ac:spMk id="20" creationId="{D00E70C6-59E1-DBE8-4F03-CCD862611AD1}"/>
            </ac:spMkLst>
          </pc:spChg>
          <pc:spChg chg="add mod">
            <ac:chgData name="François THIERY" userId="49d9e14f-09e0-4f81-ad6d-421fffe7070f" providerId="ADAL" clId="{1EAFC226-11D4-4628-84D5-D25FB09CCD2F}" dt="2026-07-09T15:29:41.537" v="4029"/>
            <ac:spMkLst>
              <pc:docMk/>
              <pc:sldMasterMk cId="998767469" sldId="2147483672"/>
              <pc:sldLayoutMk cId="458800800" sldId="2147483694"/>
              <ac:spMk id="21" creationId="{619C8E3D-1908-61E1-66B8-A46BCDC7A0EA}"/>
            </ac:spMkLst>
          </pc:spChg>
          <pc:spChg chg="add mod">
            <ac:chgData name="François THIERY" userId="49d9e14f-09e0-4f81-ad6d-421fffe7070f" providerId="ADAL" clId="{1EAFC226-11D4-4628-84D5-D25FB09CCD2F}" dt="2026-07-09T15:29:48.333" v="4031"/>
            <ac:spMkLst>
              <pc:docMk/>
              <pc:sldMasterMk cId="998767469" sldId="2147483672"/>
              <pc:sldLayoutMk cId="458800800" sldId="2147483694"/>
              <ac:spMk id="22" creationId="{4DA4033E-91BD-C261-4F88-05426682D505}"/>
            </ac:spMkLst>
          </pc:spChg>
          <pc:spChg chg="add mod">
            <ac:chgData name="François THIERY" userId="49d9e14f-09e0-4f81-ad6d-421fffe7070f" providerId="ADAL" clId="{1EAFC226-11D4-4628-84D5-D25FB09CCD2F}" dt="2026-07-09T15:29:56.863" v="4033"/>
            <ac:spMkLst>
              <pc:docMk/>
              <pc:sldMasterMk cId="998767469" sldId="2147483672"/>
              <pc:sldLayoutMk cId="458800800" sldId="2147483694"/>
              <ac:spMk id="23" creationId="{23C18EC5-6C6B-5457-2296-B85D81EA427C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8:06.349" v="4003" actId="947"/>
          <pc:sldLayoutMkLst>
            <pc:docMk/>
            <pc:sldMasterMk cId="998767469" sldId="2147483672"/>
            <pc:sldLayoutMk cId="3545402789" sldId="2147483695"/>
          </pc:sldLayoutMkLst>
          <pc:spChg chg="del mod">
            <ac:chgData name="François THIERY" userId="49d9e14f-09e0-4f81-ad6d-421fffe7070f" providerId="ADAL" clId="{1EAFC226-11D4-4628-84D5-D25FB09CCD2F}" dt="2026-07-09T15:27:55.293" v="4000" actId="478"/>
            <ac:spMkLst>
              <pc:docMk/>
              <pc:sldMasterMk cId="998767469" sldId="2147483672"/>
              <pc:sldLayoutMk cId="3545402789" sldId="2147483695"/>
              <ac:spMk id="2" creationId="{293B7BB1-FD35-387F-E2B5-86F598F67615}"/>
            </ac:spMkLst>
          </pc:spChg>
          <pc:spChg chg="del mod">
            <ac:chgData name="François THIERY" userId="49d9e14f-09e0-4f81-ad6d-421fffe7070f" providerId="ADAL" clId="{1EAFC226-11D4-4628-84D5-D25FB09CCD2F}" dt="2026-07-09T15:27:55.293" v="4000" actId="478"/>
            <ac:spMkLst>
              <pc:docMk/>
              <pc:sldMasterMk cId="998767469" sldId="2147483672"/>
              <pc:sldLayoutMk cId="3545402789" sldId="2147483695"/>
              <ac:spMk id="3" creationId="{70176D7D-5C29-9837-D76A-2E440D0C3215}"/>
            </ac:spMkLst>
          </pc:spChg>
          <pc:spChg chg="del">
            <ac:chgData name="François THIERY" userId="49d9e14f-09e0-4f81-ad6d-421fffe7070f" providerId="ADAL" clId="{1EAFC226-11D4-4628-84D5-D25FB09CCD2F}" dt="2026-07-09T15:24:11.670" v="3928" actId="478"/>
            <ac:spMkLst>
              <pc:docMk/>
              <pc:sldMasterMk cId="998767469" sldId="2147483672"/>
              <pc:sldLayoutMk cId="3545402789" sldId="2147483695"/>
              <ac:spMk id="5" creationId="{3A094164-8841-6A5A-2DEC-B60DB2C69D81}"/>
            </ac:spMkLst>
          </pc:spChg>
          <pc:spChg chg="add">
            <ac:chgData name="François THIERY" userId="49d9e14f-09e0-4f81-ad6d-421fffe7070f" providerId="ADAL" clId="{1EAFC226-11D4-4628-84D5-D25FB09CCD2F}" dt="2026-07-09T15:23:29.823" v="3905" actId="22"/>
            <ac:spMkLst>
              <pc:docMk/>
              <pc:sldMasterMk cId="998767469" sldId="2147483672"/>
              <pc:sldLayoutMk cId="3545402789" sldId="2147483695"/>
              <ac:spMk id="6" creationId="{F60CF7AF-6246-4BC6-E8E9-619959EF10A7}"/>
            </ac:spMkLst>
          </pc:spChg>
          <pc:spChg chg="add mod">
            <ac:chgData name="François THIERY" userId="49d9e14f-09e0-4f81-ad6d-421fffe7070f" providerId="ADAL" clId="{1EAFC226-11D4-4628-84D5-D25FB09CCD2F}" dt="2026-07-09T15:24:12.003" v="3929"/>
            <ac:spMkLst>
              <pc:docMk/>
              <pc:sldMasterMk cId="998767469" sldId="2147483672"/>
              <pc:sldLayoutMk cId="3545402789" sldId="2147483695"/>
              <ac:spMk id="7" creationId="{0825167D-E449-C6F2-588A-31A7C860219E}"/>
            </ac:spMkLst>
          </pc:spChg>
          <pc:spChg chg="add">
            <ac:chgData name="François THIERY" userId="49d9e14f-09e0-4f81-ad6d-421fffe7070f" providerId="ADAL" clId="{1EAFC226-11D4-4628-84D5-D25FB09CCD2F}" dt="2026-07-09T15:25:21.347" v="3957" actId="22"/>
            <ac:spMkLst>
              <pc:docMk/>
              <pc:sldMasterMk cId="998767469" sldId="2147483672"/>
              <pc:sldLayoutMk cId="3545402789" sldId="2147483695"/>
              <ac:spMk id="11" creationId="{A4DA9F08-C343-F86C-DFBB-B431BD0BBFB8}"/>
            </ac:spMkLst>
          </pc:spChg>
          <pc:spChg chg="add mod">
            <ac:chgData name="François THIERY" userId="49d9e14f-09e0-4f81-ad6d-421fffe7070f" providerId="ADAL" clId="{1EAFC226-11D4-4628-84D5-D25FB09CCD2F}" dt="2026-07-09T15:27:55.482" v="4001"/>
            <ac:spMkLst>
              <pc:docMk/>
              <pc:sldMasterMk cId="998767469" sldId="2147483672"/>
              <pc:sldLayoutMk cId="3545402789" sldId="2147483695"/>
              <ac:spMk id="12" creationId="{71740E2E-6A04-FA92-235D-2D0D4BE8C0B5}"/>
            </ac:spMkLst>
          </pc:spChg>
          <pc:spChg chg="add mod">
            <ac:chgData name="François THIERY" userId="49d9e14f-09e0-4f81-ad6d-421fffe7070f" providerId="ADAL" clId="{1EAFC226-11D4-4628-84D5-D25FB09CCD2F}" dt="2026-07-09T15:27:55.482" v="4001"/>
            <ac:spMkLst>
              <pc:docMk/>
              <pc:sldMasterMk cId="998767469" sldId="2147483672"/>
              <pc:sldLayoutMk cId="3545402789" sldId="2147483695"/>
              <ac:spMk id="13" creationId="{BD9879FB-EA9C-7E17-391D-2ABB0E93983D}"/>
            </ac:spMkLst>
          </pc:spChg>
          <pc:spChg chg="mod">
            <ac:chgData name="François THIERY" userId="49d9e14f-09e0-4f81-ad6d-421fffe7070f" providerId="ADAL" clId="{1EAFC226-11D4-4628-84D5-D25FB09CCD2F}" dt="2026-07-09T15:28:06.349" v="4003" actId="947"/>
            <ac:spMkLst>
              <pc:docMk/>
              <pc:sldMasterMk cId="998767469" sldId="2147483672"/>
              <pc:sldLayoutMk cId="3545402789" sldId="2147483695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9T15:23:29.589" v="3904" actId="478"/>
            <ac:spMkLst>
              <pc:docMk/>
              <pc:sldMasterMk cId="998767469" sldId="2147483672"/>
              <pc:sldLayoutMk cId="3545402789" sldId="2147483695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21.113" v="3956" actId="478"/>
            <ac:spMkLst>
              <pc:docMk/>
              <pc:sldMasterMk cId="998767469" sldId="2147483672"/>
              <pc:sldLayoutMk cId="3545402789" sldId="2147483695"/>
              <ac:spMk id="19" creationId="{D81FA809-F061-88CE-AD0D-CA176188D8B1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7:44.425" v="3999" actId="2711"/>
          <pc:sldLayoutMkLst>
            <pc:docMk/>
            <pc:sldMasterMk cId="998767469" sldId="2147483672"/>
            <pc:sldLayoutMk cId="2240727222" sldId="2147483696"/>
          </pc:sldLayoutMkLst>
          <pc:spChg chg="mod">
            <ac:chgData name="François THIERY" userId="49d9e14f-09e0-4f81-ad6d-421fffe7070f" providerId="ADAL" clId="{1EAFC226-11D4-4628-84D5-D25FB09CCD2F}" dt="2026-07-09T15:27:44.425" v="3999" actId="2711"/>
            <ac:spMkLst>
              <pc:docMk/>
              <pc:sldMasterMk cId="998767469" sldId="2147483672"/>
              <pc:sldLayoutMk cId="2240727222" sldId="2147483696"/>
              <ac:spMk id="2" creationId="{EC802057-1AF6-B562-0252-8E2CA76BAC9E}"/>
            </ac:spMkLst>
          </pc:spChg>
          <pc:spChg chg="mod">
            <ac:chgData name="François THIERY" userId="49d9e14f-09e0-4f81-ad6d-421fffe7070f" providerId="ADAL" clId="{1EAFC226-11D4-4628-84D5-D25FB09CCD2F}" dt="2026-07-09T15:27:33.021" v="3997" actId="2711"/>
            <ac:spMkLst>
              <pc:docMk/>
              <pc:sldMasterMk cId="998767469" sldId="2147483672"/>
              <pc:sldLayoutMk cId="2240727222" sldId="2147483696"/>
              <ac:spMk id="4" creationId="{10633BFB-B58A-F88A-9F87-AB32025D88B8}"/>
            </ac:spMkLst>
          </pc:spChg>
          <pc:spChg chg="del">
            <ac:chgData name="François THIERY" userId="49d9e14f-09e0-4f81-ad6d-421fffe7070f" providerId="ADAL" clId="{1EAFC226-11D4-4628-84D5-D25FB09CCD2F}" dt="2026-07-09T15:24:09.416" v="3926" actId="478"/>
            <ac:spMkLst>
              <pc:docMk/>
              <pc:sldMasterMk cId="998767469" sldId="2147483672"/>
              <pc:sldLayoutMk cId="2240727222" sldId="2147483696"/>
              <ac:spMk id="5" creationId="{8C8DE1B8-3CC6-88C0-1885-566182DCC70A}"/>
            </ac:spMkLst>
          </pc:spChg>
          <pc:spChg chg="add">
            <ac:chgData name="François THIERY" userId="49d9e14f-09e0-4f81-ad6d-421fffe7070f" providerId="ADAL" clId="{1EAFC226-11D4-4628-84D5-D25FB09CCD2F}" dt="2026-07-09T15:23:27.045" v="3903" actId="22"/>
            <ac:spMkLst>
              <pc:docMk/>
              <pc:sldMasterMk cId="998767469" sldId="2147483672"/>
              <pc:sldLayoutMk cId="2240727222" sldId="2147483696"/>
              <ac:spMk id="6" creationId="{C6054B20-4A11-635D-A795-8DBB543BDA8D}"/>
            </ac:spMkLst>
          </pc:spChg>
          <pc:spChg chg="add mod">
            <ac:chgData name="François THIERY" userId="49d9e14f-09e0-4f81-ad6d-421fffe7070f" providerId="ADAL" clId="{1EAFC226-11D4-4628-84D5-D25FB09CCD2F}" dt="2026-07-09T15:24:09.827" v="3927"/>
            <ac:spMkLst>
              <pc:docMk/>
              <pc:sldMasterMk cId="998767469" sldId="2147483672"/>
              <pc:sldLayoutMk cId="2240727222" sldId="2147483696"/>
              <ac:spMk id="7" creationId="{FBCA4CD2-6D83-B73B-A306-974D7FB73977}"/>
            </ac:spMkLst>
          </pc:spChg>
          <pc:spChg chg="add">
            <ac:chgData name="François THIERY" userId="49d9e14f-09e0-4f81-ad6d-421fffe7070f" providerId="ADAL" clId="{1EAFC226-11D4-4628-84D5-D25FB09CCD2F}" dt="2026-07-09T15:25:18.786" v="3955" actId="22"/>
            <ac:spMkLst>
              <pc:docMk/>
              <pc:sldMasterMk cId="998767469" sldId="2147483672"/>
              <pc:sldLayoutMk cId="2240727222" sldId="2147483696"/>
              <ac:spMk id="11" creationId="{C5BD0A23-1E4A-DFC2-D2B5-C4E6B147B80A}"/>
            </ac:spMkLst>
          </pc:spChg>
          <pc:spChg chg="mod">
            <ac:chgData name="François THIERY" userId="49d9e14f-09e0-4f81-ad6d-421fffe7070f" providerId="ADAL" clId="{1EAFC226-11D4-4628-84D5-D25FB09CCD2F}" dt="2026-07-09T15:27:23.767" v="3995" actId="2711"/>
            <ac:spMkLst>
              <pc:docMk/>
              <pc:sldMasterMk cId="998767469" sldId="2147483672"/>
              <pc:sldLayoutMk cId="2240727222" sldId="2147483696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9T15:23:26.837" v="3902" actId="478"/>
            <ac:spMkLst>
              <pc:docMk/>
              <pc:sldMasterMk cId="998767469" sldId="2147483672"/>
              <pc:sldLayoutMk cId="2240727222" sldId="2147483696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18.575" v="3954" actId="478"/>
            <ac:spMkLst>
              <pc:docMk/>
              <pc:sldMasterMk cId="998767469" sldId="2147483672"/>
              <pc:sldLayoutMk cId="2240727222" sldId="2147483696"/>
              <ac:spMk id="19" creationId="{D81FA809-F061-88CE-AD0D-CA176188D8B1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8:57.740" v="4019" actId="2711"/>
          <pc:sldLayoutMkLst>
            <pc:docMk/>
            <pc:sldMasterMk cId="998767469" sldId="2147483672"/>
            <pc:sldLayoutMk cId="3296381068" sldId="2147483697"/>
          </pc:sldLayoutMkLst>
          <pc:spChg chg="del mod">
            <ac:chgData name="François THIERY" userId="49d9e14f-09e0-4f81-ad6d-421fffe7070f" providerId="ADAL" clId="{1EAFC226-11D4-4628-84D5-D25FB09CCD2F}" dt="2026-07-09T15:28:14.580" v="4004" actId="478"/>
            <ac:spMkLst>
              <pc:docMk/>
              <pc:sldMasterMk cId="998767469" sldId="2147483672"/>
              <pc:sldLayoutMk cId="3296381068" sldId="2147483697"/>
              <ac:spMk id="2" creationId="{C7EA0981-9742-17B8-DB8A-01C52ECF0911}"/>
            </ac:spMkLst>
          </pc:spChg>
          <pc:spChg chg="del mod">
            <ac:chgData name="François THIERY" userId="49d9e14f-09e0-4f81-ad6d-421fffe7070f" providerId="ADAL" clId="{1EAFC226-11D4-4628-84D5-D25FB09CCD2F}" dt="2026-07-09T15:28:14.580" v="4004" actId="478"/>
            <ac:spMkLst>
              <pc:docMk/>
              <pc:sldMasterMk cId="998767469" sldId="2147483672"/>
              <pc:sldLayoutMk cId="3296381068" sldId="2147483697"/>
              <ac:spMk id="3" creationId="{B219D577-E5E5-AAC9-4458-786396EC8FC8}"/>
            </ac:spMkLst>
          </pc:spChg>
          <pc:spChg chg="del">
            <ac:chgData name="François THIERY" userId="49d9e14f-09e0-4f81-ad6d-421fffe7070f" providerId="ADAL" clId="{1EAFC226-11D4-4628-84D5-D25FB09CCD2F}" dt="2026-07-09T15:24:14.015" v="3930" actId="478"/>
            <ac:spMkLst>
              <pc:docMk/>
              <pc:sldMasterMk cId="998767469" sldId="2147483672"/>
              <pc:sldLayoutMk cId="3296381068" sldId="2147483697"/>
              <ac:spMk id="5" creationId="{03E91066-25DE-0561-1628-84AD87B660A5}"/>
            </ac:spMkLst>
          </pc:spChg>
          <pc:spChg chg="add">
            <ac:chgData name="François THIERY" userId="49d9e14f-09e0-4f81-ad6d-421fffe7070f" providerId="ADAL" clId="{1EAFC226-11D4-4628-84D5-D25FB09CCD2F}" dt="2026-07-09T15:23:32.582" v="3907" actId="22"/>
            <ac:spMkLst>
              <pc:docMk/>
              <pc:sldMasterMk cId="998767469" sldId="2147483672"/>
              <pc:sldLayoutMk cId="3296381068" sldId="2147483697"/>
              <ac:spMk id="6" creationId="{9680B3CC-5C4B-CB21-1C94-6CBDD94DC1CC}"/>
            </ac:spMkLst>
          </pc:spChg>
          <pc:spChg chg="add mod">
            <ac:chgData name="François THIERY" userId="49d9e14f-09e0-4f81-ad6d-421fffe7070f" providerId="ADAL" clId="{1EAFC226-11D4-4628-84D5-D25FB09CCD2F}" dt="2026-07-09T15:24:14.358" v="3931"/>
            <ac:spMkLst>
              <pc:docMk/>
              <pc:sldMasterMk cId="998767469" sldId="2147483672"/>
              <pc:sldLayoutMk cId="3296381068" sldId="2147483697"/>
              <ac:spMk id="7" creationId="{6D71F5CE-9D91-B882-64BA-2BA5E6E54AE1}"/>
            </ac:spMkLst>
          </pc:spChg>
          <pc:spChg chg="add">
            <ac:chgData name="François THIERY" userId="49d9e14f-09e0-4f81-ad6d-421fffe7070f" providerId="ADAL" clId="{1EAFC226-11D4-4628-84D5-D25FB09CCD2F}" dt="2026-07-09T15:25:23.913" v="3959" actId="22"/>
            <ac:spMkLst>
              <pc:docMk/>
              <pc:sldMasterMk cId="998767469" sldId="2147483672"/>
              <pc:sldLayoutMk cId="3296381068" sldId="2147483697"/>
              <ac:spMk id="10" creationId="{E938545B-60B8-070E-8176-8BEF6E3E94ED}"/>
            </ac:spMkLst>
          </pc:spChg>
          <pc:spChg chg="del mod">
            <ac:chgData name="François THIERY" userId="49d9e14f-09e0-4f81-ad6d-421fffe7070f" providerId="ADAL" clId="{1EAFC226-11D4-4628-84D5-D25FB09CCD2F}" dt="2026-07-09T15:28:19.307" v="4006" actId="478"/>
            <ac:spMkLst>
              <pc:docMk/>
              <pc:sldMasterMk cId="998767469" sldId="2147483672"/>
              <pc:sldLayoutMk cId="3296381068" sldId="2147483697"/>
              <ac:spMk id="12" creationId="{D443F6EF-CB5F-53C9-9D8A-A64D32F2C88C}"/>
            </ac:spMkLst>
          </pc:spChg>
          <pc:spChg chg="add mod">
            <ac:chgData name="François THIERY" userId="49d9e14f-09e0-4f81-ad6d-421fffe7070f" providerId="ADAL" clId="{1EAFC226-11D4-4628-84D5-D25FB09CCD2F}" dt="2026-07-09T15:28:14.790" v="4005"/>
            <ac:spMkLst>
              <pc:docMk/>
              <pc:sldMasterMk cId="998767469" sldId="2147483672"/>
              <pc:sldLayoutMk cId="3296381068" sldId="2147483697"/>
              <ac:spMk id="13" creationId="{01554603-E35F-AA99-28C9-ECEEE9991B9D}"/>
            </ac:spMkLst>
          </pc:spChg>
          <pc:spChg chg="add mod">
            <ac:chgData name="François THIERY" userId="49d9e14f-09e0-4f81-ad6d-421fffe7070f" providerId="ADAL" clId="{1EAFC226-11D4-4628-84D5-D25FB09CCD2F}" dt="2026-07-09T15:28:14.790" v="4005"/>
            <ac:spMkLst>
              <pc:docMk/>
              <pc:sldMasterMk cId="998767469" sldId="2147483672"/>
              <pc:sldLayoutMk cId="3296381068" sldId="2147483697"/>
              <ac:spMk id="14" creationId="{FD393DC1-6BD3-5AAC-61D8-E1AB0AE38F07}"/>
            </ac:spMkLst>
          </pc:spChg>
          <pc:spChg chg="add mod">
            <ac:chgData name="François THIERY" userId="49d9e14f-09e0-4f81-ad6d-421fffe7070f" providerId="ADAL" clId="{1EAFC226-11D4-4628-84D5-D25FB09CCD2F}" dt="2026-07-09T15:28:19.513" v="4007"/>
            <ac:spMkLst>
              <pc:docMk/>
              <pc:sldMasterMk cId="998767469" sldId="2147483672"/>
              <pc:sldLayoutMk cId="3296381068" sldId="2147483697"/>
              <ac:spMk id="16" creationId="{F12E8C76-BE06-22E6-9B6B-E21B0EC6354E}"/>
            </ac:spMkLst>
          </pc:spChg>
          <pc:spChg chg="del">
            <ac:chgData name="François THIERY" userId="49d9e14f-09e0-4f81-ad6d-421fffe7070f" providerId="ADAL" clId="{1EAFC226-11D4-4628-84D5-D25FB09CCD2F}" dt="2026-07-09T15:23:32.365" v="3906" actId="478"/>
            <ac:spMkLst>
              <pc:docMk/>
              <pc:sldMasterMk cId="998767469" sldId="2147483672"/>
              <pc:sldLayoutMk cId="3296381068" sldId="2147483697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23.705" v="3958" actId="478"/>
            <ac:spMkLst>
              <pc:docMk/>
              <pc:sldMasterMk cId="998767469" sldId="2147483672"/>
              <pc:sldLayoutMk cId="3296381068" sldId="2147483697"/>
              <ac:spMk id="19" creationId="{D81FA809-F061-88CE-AD0D-CA176188D8B1}"/>
            </ac:spMkLst>
          </pc:spChg>
          <pc:spChg chg="add mod">
            <ac:chgData name="François THIERY" userId="49d9e14f-09e0-4f81-ad6d-421fffe7070f" providerId="ADAL" clId="{1EAFC226-11D4-4628-84D5-D25FB09CCD2F}" dt="2026-07-09T15:28:28.354" v="4010"/>
            <ac:spMkLst>
              <pc:docMk/>
              <pc:sldMasterMk cId="998767469" sldId="2147483672"/>
              <pc:sldLayoutMk cId="3296381068" sldId="2147483697"/>
              <ac:spMk id="20" creationId="{8CA8D172-5AF1-9065-E15D-D072FA5756C4}"/>
            </ac:spMkLst>
          </pc:spChg>
          <pc:spChg chg="add mod">
            <ac:chgData name="François THIERY" userId="49d9e14f-09e0-4f81-ad6d-421fffe7070f" providerId="ADAL" clId="{1EAFC226-11D4-4628-84D5-D25FB09CCD2F}" dt="2026-07-09T15:28:40.731" v="4014"/>
            <ac:spMkLst>
              <pc:docMk/>
              <pc:sldMasterMk cId="998767469" sldId="2147483672"/>
              <pc:sldLayoutMk cId="3296381068" sldId="2147483697"/>
              <ac:spMk id="21" creationId="{D30E2136-910D-685D-73D0-BE59F10C0E77}"/>
            </ac:spMkLst>
          </pc:spChg>
          <pc:spChg chg="add mod">
            <ac:chgData name="François THIERY" userId="49d9e14f-09e0-4f81-ad6d-421fffe7070f" providerId="ADAL" clId="{1EAFC226-11D4-4628-84D5-D25FB09CCD2F}" dt="2026-07-09T15:28:46.897" v="4016"/>
            <ac:spMkLst>
              <pc:docMk/>
              <pc:sldMasterMk cId="998767469" sldId="2147483672"/>
              <pc:sldLayoutMk cId="3296381068" sldId="2147483697"/>
              <ac:spMk id="22" creationId="{5B9E1634-FC7E-09C6-CB0E-57F369C4ACA6}"/>
            </ac:spMkLst>
          </pc:spChg>
          <pc:spChg chg="add del mod">
            <ac:chgData name="François THIERY" userId="49d9e14f-09e0-4f81-ad6d-421fffe7070f" providerId="ADAL" clId="{1EAFC226-11D4-4628-84D5-D25FB09CCD2F}" dt="2026-07-09T15:28:57.740" v="4019" actId="2711"/>
            <ac:spMkLst>
              <pc:docMk/>
              <pc:sldMasterMk cId="998767469" sldId="2147483672"/>
              <pc:sldLayoutMk cId="3296381068" sldId="2147483697"/>
              <ac:spMk id="25" creationId="{EC8BDBCA-1EC0-C4C0-6816-FD0C83D963A8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26:11.114" v="3981"/>
          <pc:sldLayoutMkLst>
            <pc:docMk/>
            <pc:sldMasterMk cId="998767469" sldId="2147483672"/>
            <pc:sldLayoutMk cId="3308362468" sldId="2147483698"/>
          </pc:sldLayoutMkLst>
          <pc:spChg chg="del mod">
            <ac:chgData name="François THIERY" userId="49d9e14f-09e0-4f81-ad6d-421fffe7070f" providerId="ADAL" clId="{1EAFC226-11D4-4628-84D5-D25FB09CCD2F}" dt="2026-07-09T15:26:05.311" v="3978" actId="478"/>
            <ac:spMkLst>
              <pc:docMk/>
              <pc:sldMasterMk cId="998767469" sldId="2147483672"/>
              <pc:sldLayoutMk cId="3308362468" sldId="2147483698"/>
              <ac:spMk id="2" creationId="{8866646F-75D6-4F5C-BEB0-96E3333C71D5}"/>
            </ac:spMkLst>
          </pc:spChg>
          <pc:spChg chg="del mod">
            <ac:chgData name="François THIERY" userId="49d9e14f-09e0-4f81-ad6d-421fffe7070f" providerId="ADAL" clId="{1EAFC226-11D4-4628-84D5-D25FB09CCD2F}" dt="2026-07-09T15:26:05.311" v="3978" actId="478"/>
            <ac:spMkLst>
              <pc:docMk/>
              <pc:sldMasterMk cId="998767469" sldId="2147483672"/>
              <pc:sldLayoutMk cId="3308362468" sldId="2147483698"/>
              <ac:spMk id="3" creationId="{6442B428-71FE-57CD-6747-E727DF40D1CB}"/>
            </ac:spMkLst>
          </pc:spChg>
          <pc:spChg chg="del mod">
            <ac:chgData name="François THIERY" userId="49d9e14f-09e0-4f81-ad6d-421fffe7070f" providerId="ADAL" clId="{1EAFC226-11D4-4628-84D5-D25FB09CCD2F}" dt="2026-07-09T15:26:05.311" v="3978" actId="478"/>
            <ac:spMkLst>
              <pc:docMk/>
              <pc:sldMasterMk cId="998767469" sldId="2147483672"/>
              <pc:sldLayoutMk cId="3308362468" sldId="2147483698"/>
              <ac:spMk id="5" creationId="{2F3F1CDE-2FA9-B104-AD32-DEDDEA9FC136}"/>
            </ac:spMkLst>
          </pc:spChg>
          <pc:spChg chg="del">
            <ac:chgData name="François THIERY" userId="49d9e14f-09e0-4f81-ad6d-421fffe7070f" providerId="ADAL" clId="{1EAFC226-11D4-4628-84D5-D25FB09CCD2F}" dt="2026-07-09T15:24:00.082" v="3920" actId="478"/>
            <ac:spMkLst>
              <pc:docMk/>
              <pc:sldMasterMk cId="998767469" sldId="2147483672"/>
              <pc:sldLayoutMk cId="3308362468" sldId="2147483698"/>
              <ac:spMk id="6" creationId="{DD80B67A-F97B-933A-2948-7CA3B28AE75C}"/>
            </ac:spMkLst>
          </pc:spChg>
          <pc:spChg chg="add">
            <ac:chgData name="François THIERY" userId="49d9e14f-09e0-4f81-ad6d-421fffe7070f" providerId="ADAL" clId="{1EAFC226-11D4-4628-84D5-D25FB09CCD2F}" dt="2026-07-09T15:23:17.404" v="3897" actId="22"/>
            <ac:spMkLst>
              <pc:docMk/>
              <pc:sldMasterMk cId="998767469" sldId="2147483672"/>
              <pc:sldLayoutMk cId="3308362468" sldId="2147483698"/>
              <ac:spMk id="7" creationId="{504636F7-411A-2E56-F2DA-2498305C23E4}"/>
            </ac:spMkLst>
          </pc:spChg>
          <pc:spChg chg="add mod">
            <ac:chgData name="François THIERY" userId="49d9e14f-09e0-4f81-ad6d-421fffe7070f" providerId="ADAL" clId="{1EAFC226-11D4-4628-84D5-D25FB09CCD2F}" dt="2026-07-09T15:24:00.316" v="3921"/>
            <ac:spMkLst>
              <pc:docMk/>
              <pc:sldMasterMk cId="998767469" sldId="2147483672"/>
              <pc:sldLayoutMk cId="3308362468" sldId="2147483698"/>
              <ac:spMk id="8" creationId="{34F4E47B-9D66-7698-0B60-C01BC43796F3}"/>
            </ac:spMkLst>
          </pc:spChg>
          <pc:spChg chg="add">
            <ac:chgData name="François THIERY" userId="49d9e14f-09e0-4f81-ad6d-421fffe7070f" providerId="ADAL" clId="{1EAFC226-11D4-4628-84D5-D25FB09CCD2F}" dt="2026-07-09T15:25:10.863" v="3949" actId="22"/>
            <ac:spMkLst>
              <pc:docMk/>
              <pc:sldMasterMk cId="998767469" sldId="2147483672"/>
              <pc:sldLayoutMk cId="3308362468" sldId="2147483698"/>
              <ac:spMk id="12" creationId="{4A0049B1-77AD-95DD-FBB2-FCA0185ABCE7}"/>
            </ac:spMkLst>
          </pc:spChg>
          <pc:spChg chg="add mod">
            <ac:chgData name="François THIERY" userId="49d9e14f-09e0-4f81-ad6d-421fffe7070f" providerId="ADAL" clId="{1EAFC226-11D4-4628-84D5-D25FB09CCD2F}" dt="2026-07-09T15:26:05.543" v="3979"/>
            <ac:spMkLst>
              <pc:docMk/>
              <pc:sldMasterMk cId="998767469" sldId="2147483672"/>
              <pc:sldLayoutMk cId="3308362468" sldId="2147483698"/>
              <ac:spMk id="13" creationId="{F444FCCD-BB2F-3905-4D34-29F6B05A7C9F}"/>
            </ac:spMkLst>
          </pc:spChg>
          <pc:spChg chg="add mod">
            <ac:chgData name="François THIERY" userId="49d9e14f-09e0-4f81-ad6d-421fffe7070f" providerId="ADAL" clId="{1EAFC226-11D4-4628-84D5-D25FB09CCD2F}" dt="2026-07-09T15:26:05.543" v="3979"/>
            <ac:spMkLst>
              <pc:docMk/>
              <pc:sldMasterMk cId="998767469" sldId="2147483672"/>
              <pc:sldLayoutMk cId="3308362468" sldId="2147483698"/>
              <ac:spMk id="14" creationId="{9DA3EBA9-F743-FC77-69E8-0FF653E3BD53}"/>
            </ac:spMkLst>
          </pc:spChg>
          <pc:spChg chg="add mod">
            <ac:chgData name="François THIERY" userId="49d9e14f-09e0-4f81-ad6d-421fffe7070f" providerId="ADAL" clId="{1EAFC226-11D4-4628-84D5-D25FB09CCD2F}" dt="2026-07-09T15:26:05.543" v="3979"/>
            <ac:spMkLst>
              <pc:docMk/>
              <pc:sldMasterMk cId="998767469" sldId="2147483672"/>
              <pc:sldLayoutMk cId="3308362468" sldId="2147483698"/>
              <ac:spMk id="15" creationId="{03477D87-376E-74E2-45D0-FB8195E5F8FA}"/>
            </ac:spMkLst>
          </pc:spChg>
          <pc:spChg chg="add mod">
            <ac:chgData name="François THIERY" userId="49d9e14f-09e0-4f81-ad6d-421fffe7070f" providerId="ADAL" clId="{1EAFC226-11D4-4628-84D5-D25FB09CCD2F}" dt="2026-07-09T15:26:11.114" v="3981"/>
            <ac:spMkLst>
              <pc:docMk/>
              <pc:sldMasterMk cId="998767469" sldId="2147483672"/>
              <pc:sldLayoutMk cId="3308362468" sldId="2147483698"/>
              <ac:spMk id="16" creationId="{008EDCB9-060A-9B7A-0DC7-21CE107EB1F6}"/>
            </ac:spMkLst>
          </pc:spChg>
          <pc:spChg chg="del">
            <ac:chgData name="François THIERY" userId="49d9e14f-09e0-4f81-ad6d-421fffe7070f" providerId="ADAL" clId="{1EAFC226-11D4-4628-84D5-D25FB09CCD2F}" dt="2026-07-09T15:23:17.170" v="3896" actId="478"/>
            <ac:spMkLst>
              <pc:docMk/>
              <pc:sldMasterMk cId="998767469" sldId="2147483672"/>
              <pc:sldLayoutMk cId="3308362468" sldId="2147483698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9T15:25:10.511" v="3948" actId="478"/>
            <ac:spMkLst>
              <pc:docMk/>
              <pc:sldMasterMk cId="998767469" sldId="2147483672"/>
              <pc:sldLayoutMk cId="3308362468" sldId="2147483698"/>
              <ac:spMk id="19" creationId="{D81FA809-F061-88CE-AD0D-CA176188D8B1}"/>
            </ac:spMkLst>
          </pc:spChg>
          <pc:spChg chg="del mod">
            <ac:chgData name="François THIERY" userId="49d9e14f-09e0-4f81-ad6d-421fffe7070f" providerId="ADAL" clId="{1EAFC226-11D4-4628-84D5-D25FB09CCD2F}" dt="2026-07-09T15:26:10.941" v="3980" actId="478"/>
            <ac:spMkLst>
              <pc:docMk/>
              <pc:sldMasterMk cId="998767469" sldId="2147483672"/>
              <pc:sldLayoutMk cId="3308362468" sldId="2147483698"/>
              <ac:spMk id="29" creationId="{C1CB6706-EDB1-1915-9F0C-C1370D93BB0B}"/>
            </ac:spMkLst>
          </pc:spChg>
        </pc:sldLayoutChg>
        <pc:sldLayoutChg chg="addSp delSp modSp add mod ord modTransition">
          <pc:chgData name="François THIERY" userId="49d9e14f-09e0-4f81-ad6d-421fffe7070f" providerId="ADAL" clId="{1EAFC226-11D4-4628-84D5-D25FB09CCD2F}" dt="2026-07-08T15:48:38.704" v="3724" actId="20578"/>
          <pc:sldLayoutMkLst>
            <pc:docMk/>
            <pc:sldMasterMk cId="998767469" sldId="2147483672"/>
            <pc:sldLayoutMk cId="2045622617" sldId="2147483699"/>
          </pc:sldLayoutMkLst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2" creationId="{E0B75037-69EB-E328-DA6A-F5DDB946109B}"/>
            </ac:spMkLst>
          </pc:spChg>
          <pc:spChg chg="del mod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3" creationId="{10B1AFA0-04BF-8DA4-4867-74536EB9EE76}"/>
            </ac:spMkLst>
          </pc:spChg>
          <pc:spChg chg="del mod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5" creationId="{634D5ECE-F9D9-6F7A-3928-F31271830FF9}"/>
            </ac:spMkLst>
          </pc:spChg>
          <pc:spChg chg="add mod ord">
            <ac:chgData name="François THIERY" userId="49d9e14f-09e0-4f81-ad6d-421fffe7070f" providerId="ADAL" clId="{1EAFC226-11D4-4628-84D5-D25FB09CCD2F}" dt="2026-07-08T15:05:51.273" v="3438" actId="167"/>
            <ac:spMkLst>
              <pc:docMk/>
              <pc:sldMasterMk cId="998767469" sldId="2147483672"/>
              <pc:sldLayoutMk cId="2045622617" sldId="2147483699"/>
              <ac:spMk id="6" creationId="{1BB3AB9D-BDE0-82AD-629B-05D25E580009}"/>
            </ac:spMkLst>
          </pc:spChg>
          <pc:spChg chg="mod">
            <ac:chgData name="François THIERY" userId="49d9e14f-09e0-4f81-ad6d-421fffe7070f" providerId="ADAL" clId="{1EAFC226-11D4-4628-84D5-D25FB09CCD2F}" dt="2026-07-08T15:07:00.538" v="3444" actId="20577"/>
            <ac:spMkLst>
              <pc:docMk/>
              <pc:sldMasterMk cId="998767469" sldId="2147483672"/>
              <pc:sldLayoutMk cId="2045622617" sldId="2147483699"/>
              <ac:spMk id="10" creationId="{38CEFA8F-7484-1F67-6CA5-56995008B7ED}"/>
            </ac:spMkLst>
          </pc:spChg>
          <pc:spChg chg="add del mod">
            <ac:chgData name="François THIERY" userId="49d9e14f-09e0-4f81-ad6d-421fffe7070f" providerId="ADAL" clId="{1EAFC226-11D4-4628-84D5-D25FB09CCD2F}" dt="2026-07-08T15:07:12.832" v="3447" actId="478"/>
            <ac:spMkLst>
              <pc:docMk/>
              <pc:sldMasterMk cId="998767469" sldId="2147483672"/>
              <pc:sldLayoutMk cId="2045622617" sldId="2147483699"/>
              <ac:spMk id="12" creationId="{F22BC157-5FF0-D2F9-5544-3DF9F5D86687}"/>
            </ac:spMkLst>
          </pc:spChg>
          <pc:spChg chg="add del mod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3" creationId="{651170E5-F1FA-7D76-4A23-4E6981815CB9}"/>
            </ac:spMkLst>
          </pc:spChg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8" creationId="{C724FC24-77E8-88FA-DAF9-4CEEDAF9C157}"/>
            </ac:spMkLst>
          </pc:spChg>
          <pc:spChg chg="del">
            <ac:chgData name="François THIERY" userId="49d9e14f-09e0-4f81-ad6d-421fffe7070f" providerId="ADAL" clId="{1EAFC226-11D4-4628-84D5-D25FB09CCD2F}" dt="2026-07-08T15:42:39.715" v="3554" actId="478"/>
            <ac:spMkLst>
              <pc:docMk/>
              <pc:sldMasterMk cId="998767469" sldId="2147483672"/>
              <pc:sldLayoutMk cId="2045622617" sldId="2147483699"/>
              <ac:spMk id="19" creationId="{D81FA809-F061-88CE-AD0D-CA176188D8B1}"/>
            </ac:spMkLst>
          </pc:spChg>
          <pc:grpChg chg="add del mod">
            <ac:chgData name="François THIERY" userId="49d9e14f-09e0-4f81-ad6d-421fffe7070f" providerId="ADAL" clId="{1EAFC226-11D4-4628-84D5-D25FB09CCD2F}" dt="2026-07-08T15:42:39.715" v="3554" actId="478"/>
            <ac:grpSpMkLst>
              <pc:docMk/>
              <pc:sldMasterMk cId="998767469" sldId="2147483672"/>
              <pc:sldLayoutMk cId="2045622617" sldId="2147483699"/>
              <ac:grpSpMk id="7" creationId="{DEB5A9CD-05F4-43A0-DD60-280D9F1BBA16}"/>
            </ac:grpSpMkLst>
          </pc:grpChg>
          <pc:cxnChg chg="del">
            <ac:chgData name="François THIERY" userId="49d9e14f-09e0-4f81-ad6d-421fffe7070f" providerId="ADAL" clId="{1EAFC226-11D4-4628-84D5-D25FB09CCD2F}" dt="2026-07-08T15:42:39.715" v="3554" actId="478"/>
            <ac:cxnSpMkLst>
              <pc:docMk/>
              <pc:sldMasterMk cId="998767469" sldId="2147483672"/>
              <pc:sldLayoutMk cId="2045622617" sldId="2147483699"/>
              <ac:cxnSpMk id="8" creationId="{C28DA89F-9556-6101-DC8A-9196C4157FDC}"/>
            </ac:cxnSpMkLst>
          </pc:cxnChg>
          <pc:cxnChg chg="del">
            <ac:chgData name="François THIERY" userId="49d9e14f-09e0-4f81-ad6d-421fffe7070f" providerId="ADAL" clId="{1EAFC226-11D4-4628-84D5-D25FB09CCD2F}" dt="2026-07-08T15:42:39.715" v="3554" actId="478"/>
            <ac:cxnSpMkLst>
              <pc:docMk/>
              <pc:sldMasterMk cId="998767469" sldId="2147483672"/>
              <pc:sldLayoutMk cId="2045622617" sldId="2147483699"/>
              <ac:cxnSpMk id="9" creationId="{14A3CCCF-5B15-993F-2A27-25AD7D77D15B}"/>
            </ac:cxnSpMkLst>
          </pc:cxnChg>
          <pc:cxnChg chg="mod">
            <ac:chgData name="François THIERY" userId="49d9e14f-09e0-4f81-ad6d-421fffe7070f" providerId="ADAL" clId="{1EAFC226-11D4-4628-84D5-D25FB09CCD2F}" dt="2026-07-08T15:06:54.547" v="3443"/>
            <ac:cxnSpMkLst>
              <pc:docMk/>
              <pc:sldMasterMk cId="998767469" sldId="2147483672"/>
              <pc:sldLayoutMk cId="2045622617" sldId="2147483699"/>
              <ac:cxnSpMk id="11" creationId="{0B45B9F9-D984-7B4A-1D7E-4BFC7E631C6E}"/>
            </ac:cxnSpMkLst>
          </pc:cxnChg>
          <pc:cxnChg chg="mod">
            <ac:chgData name="François THIERY" userId="49d9e14f-09e0-4f81-ad6d-421fffe7070f" providerId="ADAL" clId="{1EAFC226-11D4-4628-84D5-D25FB09CCD2F}" dt="2026-07-08T15:06:02.931" v="3439" actId="14100"/>
            <ac:cxnSpMkLst>
              <pc:docMk/>
              <pc:sldMasterMk cId="998767469" sldId="2147483672"/>
              <pc:sldLayoutMk cId="2045622617" sldId="2147483699"/>
              <ac:cxnSpMk id="17" creationId="{7D80C2C7-241D-D15F-2325-1968E82B082C}"/>
            </ac:cxnSpMkLst>
          </pc:cxnChg>
        </pc:sldLayoutChg>
        <pc:sldLayoutChg chg="addSp delSp modSp mod">
          <pc:chgData name="François THIERY" userId="49d9e14f-09e0-4f81-ad6d-421fffe7070f" providerId="ADAL" clId="{1EAFC226-11D4-4628-84D5-D25FB09CCD2F}" dt="2026-07-09T15:32:41.097" v="4058" actId="947"/>
          <pc:sldLayoutMkLst>
            <pc:docMk/>
            <pc:sldMasterMk cId="998767469" sldId="2147483672"/>
            <pc:sldLayoutMk cId="461047982" sldId="2147483700"/>
          </pc:sldLayoutMkLst>
          <pc:spChg chg="mod">
            <ac:chgData name="François THIERY" userId="49d9e14f-09e0-4f81-ad6d-421fffe7070f" providerId="ADAL" clId="{1EAFC226-11D4-4628-84D5-D25FB09CCD2F}" dt="2026-07-09T15:32:34.879" v="4057" actId="947"/>
            <ac:spMkLst>
              <pc:docMk/>
              <pc:sldMasterMk cId="998767469" sldId="2147483672"/>
              <pc:sldLayoutMk cId="461047982" sldId="2147483700"/>
              <ac:spMk id="2" creationId="{E0B75037-69EB-E328-DA6A-F5DDB946109B}"/>
            </ac:spMkLst>
          </pc:spChg>
          <pc:spChg chg="mod">
            <ac:chgData name="François THIERY" userId="49d9e14f-09e0-4f81-ad6d-421fffe7070f" providerId="ADAL" clId="{1EAFC226-11D4-4628-84D5-D25FB09CCD2F}" dt="2026-07-09T15:32:41.097" v="4058" actId="947"/>
            <ac:spMkLst>
              <pc:docMk/>
              <pc:sldMasterMk cId="998767469" sldId="2147483672"/>
              <pc:sldLayoutMk cId="461047982" sldId="2147483700"/>
              <ac:spMk id="3" creationId="{10B1AFA0-04BF-8DA4-4867-74536EB9EE76}"/>
            </ac:spMkLst>
          </pc:spChg>
          <pc:spChg chg="mod">
            <ac:chgData name="François THIERY" userId="49d9e14f-09e0-4f81-ad6d-421fffe7070f" providerId="ADAL" clId="{1EAFC226-11D4-4628-84D5-D25FB09CCD2F}" dt="2026-07-09T15:32:20.759" v="4055" actId="947"/>
            <ac:spMkLst>
              <pc:docMk/>
              <pc:sldMasterMk cId="998767469" sldId="2147483672"/>
              <pc:sldLayoutMk cId="461047982" sldId="2147483700"/>
              <ac:spMk id="5" creationId="{634D5ECE-F9D9-6F7A-3928-F31271830FF9}"/>
            </ac:spMkLst>
          </pc:spChg>
          <pc:spChg chg="mod">
            <ac:chgData name="François THIERY" userId="49d9e14f-09e0-4f81-ad6d-421fffe7070f" providerId="ADAL" clId="{1EAFC226-11D4-4628-84D5-D25FB09CCD2F}" dt="2026-07-09T15:32:06.784" v="4053" actId="947"/>
            <ac:spMkLst>
              <pc:docMk/>
              <pc:sldMasterMk cId="998767469" sldId="2147483672"/>
              <pc:sldLayoutMk cId="461047982" sldId="2147483700"/>
              <ac:spMk id="10" creationId="{38CEFA8F-7484-1F67-6CA5-56995008B7ED}"/>
            </ac:spMkLst>
          </pc:spChg>
          <pc:spChg chg="add">
            <ac:chgData name="François THIERY" userId="49d9e14f-09e0-4f81-ad6d-421fffe7070f" providerId="ADAL" clId="{1EAFC226-11D4-4628-84D5-D25FB09CCD2F}" dt="2026-07-09T15:25:42.669" v="3973" actId="22"/>
            <ac:spMkLst>
              <pc:docMk/>
              <pc:sldMasterMk cId="998767469" sldId="2147483672"/>
              <pc:sldLayoutMk cId="461047982" sldId="2147483700"/>
              <ac:spMk id="12" creationId="{CBA2D2CF-43F9-4F01-C2B0-DEA3D822E35E}"/>
            </ac:spMkLst>
          </pc:spChg>
          <pc:spChg chg="mod">
            <ac:chgData name="François THIERY" userId="49d9e14f-09e0-4f81-ad6d-421fffe7070f" providerId="ADAL" clId="{1EAFC226-11D4-4628-84D5-D25FB09CCD2F}" dt="2026-07-09T15:32:13.514" v="4054" actId="947"/>
            <ac:spMkLst>
              <pc:docMk/>
              <pc:sldMasterMk cId="998767469" sldId="2147483672"/>
              <pc:sldLayoutMk cId="461047982" sldId="2147483700"/>
              <ac:spMk id="13" creationId="{651170E5-F1FA-7D76-4A23-4E6981815CB9}"/>
            </ac:spMkLst>
          </pc:spChg>
          <pc:spChg chg="mod">
            <ac:chgData name="François THIERY" userId="49d9e14f-09e0-4f81-ad6d-421fffe7070f" providerId="ADAL" clId="{1EAFC226-11D4-4628-84D5-D25FB09CCD2F}" dt="2026-07-09T15:32:27.671" v="4056" actId="947"/>
            <ac:spMkLst>
              <pc:docMk/>
              <pc:sldMasterMk cId="998767469" sldId="2147483672"/>
              <pc:sldLayoutMk cId="461047982" sldId="2147483700"/>
              <ac:spMk id="14" creationId="{FF112FCC-54F9-DA6A-4FAE-C6320220F024}"/>
            </ac:spMkLst>
          </pc:spChg>
          <pc:spChg chg="del">
            <ac:chgData name="François THIERY" userId="49d9e14f-09e0-4f81-ad6d-421fffe7070f" providerId="ADAL" clId="{1EAFC226-11D4-4628-84D5-D25FB09CCD2F}" dt="2026-07-09T15:25:42.485" v="3972" actId="478"/>
            <ac:spMkLst>
              <pc:docMk/>
              <pc:sldMasterMk cId="998767469" sldId="2147483672"/>
              <pc:sldLayoutMk cId="461047982" sldId="2147483700"/>
              <ac:spMk id="19" creationId="{D81FA809-F061-88CE-AD0D-CA176188D8B1}"/>
            </ac:spMkLst>
          </pc:spChg>
        </pc:sldLayoutChg>
        <pc:sldLayoutChg chg="addSp delSp modSp mod">
          <pc:chgData name="François THIERY" userId="49d9e14f-09e0-4f81-ad6d-421fffe7070f" providerId="ADAL" clId="{1EAFC226-11D4-4628-84D5-D25FB09CCD2F}" dt="2026-07-09T15:33:31.086" v="4066" actId="2711"/>
          <pc:sldLayoutMkLst>
            <pc:docMk/>
            <pc:sldMasterMk cId="998767469" sldId="2147483672"/>
            <pc:sldLayoutMk cId="2161406473" sldId="2147483701"/>
          </pc:sldLayoutMkLst>
          <pc:spChg chg="mod">
            <ac:chgData name="François THIERY" userId="49d9e14f-09e0-4f81-ad6d-421fffe7070f" providerId="ADAL" clId="{1EAFC226-11D4-4628-84D5-D25FB09CCD2F}" dt="2026-07-09T15:33:27.955" v="4065" actId="2711"/>
            <ac:spMkLst>
              <pc:docMk/>
              <pc:sldMasterMk cId="998767469" sldId="2147483672"/>
              <pc:sldLayoutMk cId="2161406473" sldId="2147483701"/>
              <ac:spMk id="2" creationId="{E0B75037-69EB-E328-DA6A-F5DDB946109B}"/>
            </ac:spMkLst>
          </pc:spChg>
          <pc:spChg chg="mod">
            <ac:chgData name="François THIERY" userId="49d9e14f-09e0-4f81-ad6d-421fffe7070f" providerId="ADAL" clId="{1EAFC226-11D4-4628-84D5-D25FB09CCD2F}" dt="2026-07-09T15:33:31.086" v="4066" actId="2711"/>
            <ac:spMkLst>
              <pc:docMk/>
              <pc:sldMasterMk cId="998767469" sldId="2147483672"/>
              <pc:sldLayoutMk cId="2161406473" sldId="2147483701"/>
              <ac:spMk id="3" creationId="{10B1AFA0-04BF-8DA4-4867-74536EB9EE76}"/>
            </ac:spMkLst>
          </pc:spChg>
          <pc:spChg chg="mod">
            <ac:chgData name="François THIERY" userId="49d9e14f-09e0-4f81-ad6d-421fffe7070f" providerId="ADAL" clId="{1EAFC226-11D4-4628-84D5-D25FB09CCD2F}" dt="2026-07-09T15:33:23.756" v="4064" actId="2711"/>
            <ac:spMkLst>
              <pc:docMk/>
              <pc:sldMasterMk cId="998767469" sldId="2147483672"/>
              <pc:sldLayoutMk cId="2161406473" sldId="2147483701"/>
              <ac:spMk id="5" creationId="{634D5ECE-F9D9-6F7A-3928-F31271830FF9}"/>
            </ac:spMkLst>
          </pc:spChg>
          <pc:spChg chg="mod">
            <ac:chgData name="François THIERY" userId="49d9e14f-09e0-4f81-ad6d-421fffe7070f" providerId="ADAL" clId="{1EAFC226-11D4-4628-84D5-D25FB09CCD2F}" dt="2026-07-08T15:46:25.541" v="3688" actId="14100"/>
            <ac:spMkLst>
              <pc:docMk/>
              <pc:sldMasterMk cId="998767469" sldId="2147483672"/>
              <pc:sldLayoutMk cId="2161406473" sldId="2147483701"/>
              <ac:spMk id="6" creationId="{1BB3AB9D-BDE0-82AD-629B-05D25E580009}"/>
            </ac:spMkLst>
          </pc:spChg>
          <pc:spChg chg="add">
            <ac:chgData name="François THIERY" userId="49d9e14f-09e0-4f81-ad6d-421fffe7070f" providerId="ADAL" clId="{1EAFC226-11D4-4628-84D5-D25FB09CCD2F}" dt="2026-07-09T15:25:44.956" v="3975" actId="22"/>
            <ac:spMkLst>
              <pc:docMk/>
              <pc:sldMasterMk cId="998767469" sldId="2147483672"/>
              <pc:sldLayoutMk cId="2161406473" sldId="2147483701"/>
              <ac:spMk id="8" creationId="{FFF23DBD-F875-744D-D578-32A4E5CA6200}"/>
            </ac:spMkLst>
          </pc:spChg>
          <pc:spChg chg="mod">
            <ac:chgData name="François THIERY" userId="49d9e14f-09e0-4f81-ad6d-421fffe7070f" providerId="ADAL" clId="{1EAFC226-11D4-4628-84D5-D25FB09CCD2F}" dt="2026-07-09T15:33:20.269" v="4063" actId="2711"/>
            <ac:spMkLst>
              <pc:docMk/>
              <pc:sldMasterMk cId="998767469" sldId="2147483672"/>
              <pc:sldLayoutMk cId="2161406473" sldId="2147483701"/>
              <ac:spMk id="10" creationId="{38CEFA8F-7484-1F67-6CA5-56995008B7ED}"/>
            </ac:spMkLst>
          </pc:spChg>
          <pc:spChg chg="del mod">
            <ac:chgData name="François THIERY" userId="49d9e14f-09e0-4f81-ad6d-421fffe7070f" providerId="ADAL" clId="{1EAFC226-11D4-4628-84D5-D25FB09CCD2F}" dt="2026-07-08T15:47:52.746" v="3698" actId="478"/>
            <ac:spMkLst>
              <pc:docMk/>
              <pc:sldMasterMk cId="998767469" sldId="2147483672"/>
              <pc:sldLayoutMk cId="2161406473" sldId="2147483701"/>
              <ac:spMk id="13" creationId="{651170E5-F1FA-7D76-4A23-4E6981815CB9}"/>
            </ac:spMkLst>
          </pc:spChg>
          <pc:spChg chg="del mod">
            <ac:chgData name="François THIERY" userId="49d9e14f-09e0-4f81-ad6d-421fffe7070f" providerId="ADAL" clId="{1EAFC226-11D4-4628-84D5-D25FB09CCD2F}" dt="2026-07-08T15:47:13.443" v="3692" actId="478"/>
            <ac:spMkLst>
              <pc:docMk/>
              <pc:sldMasterMk cId="998767469" sldId="2147483672"/>
              <pc:sldLayoutMk cId="2161406473" sldId="2147483701"/>
              <ac:spMk id="14" creationId="{FF112FCC-54F9-DA6A-4FAE-C6320220F024}"/>
            </ac:spMkLst>
          </pc:spChg>
          <pc:spChg chg="del mod">
            <ac:chgData name="François THIERY" userId="49d9e14f-09e0-4f81-ad6d-421fffe7070f" providerId="ADAL" clId="{1EAFC226-11D4-4628-84D5-D25FB09CCD2F}" dt="2026-07-09T15:25:44.772" v="3974" actId="478"/>
            <ac:spMkLst>
              <pc:docMk/>
              <pc:sldMasterMk cId="998767469" sldId="2147483672"/>
              <pc:sldLayoutMk cId="2161406473" sldId="2147483701"/>
              <ac:spMk id="19" creationId="{D81FA809-F061-88CE-AD0D-CA176188D8B1}"/>
            </ac:spMkLst>
          </pc:spChg>
          <pc:cxnChg chg="del mod">
            <ac:chgData name="François THIERY" userId="49d9e14f-09e0-4f81-ad6d-421fffe7070f" providerId="ADAL" clId="{1EAFC226-11D4-4628-84D5-D25FB09CCD2F}" dt="2026-07-08T15:47:13.443" v="3692" actId="478"/>
            <ac:cxnSpMkLst>
              <pc:docMk/>
              <pc:sldMasterMk cId="998767469" sldId="2147483672"/>
              <pc:sldLayoutMk cId="2161406473" sldId="2147483701"/>
              <ac:cxnSpMk id="8" creationId="{C28DA89F-9556-6101-DC8A-9196C4157FDC}"/>
            </ac:cxnSpMkLst>
          </pc:cxnChg>
          <pc:cxnChg chg="mod">
            <ac:chgData name="François THIERY" userId="49d9e14f-09e0-4f81-ad6d-421fffe7070f" providerId="ADAL" clId="{1EAFC226-11D4-4628-84D5-D25FB09CCD2F}" dt="2026-07-08T15:46:21.223" v="3686" actId="552"/>
            <ac:cxnSpMkLst>
              <pc:docMk/>
              <pc:sldMasterMk cId="998767469" sldId="2147483672"/>
              <pc:sldLayoutMk cId="2161406473" sldId="2147483701"/>
              <ac:cxnSpMk id="9" creationId="{14A3CCCF-5B15-993F-2A27-25AD7D77D15B}"/>
            </ac:cxnSpMkLst>
          </pc:cxnChg>
          <pc:cxnChg chg="mod">
            <ac:chgData name="François THIERY" userId="49d9e14f-09e0-4f81-ad6d-421fffe7070f" providerId="ADAL" clId="{1EAFC226-11D4-4628-84D5-D25FB09CCD2F}" dt="2026-07-08T15:45:58.465" v="3669" actId="553"/>
            <ac:cxnSpMkLst>
              <pc:docMk/>
              <pc:sldMasterMk cId="998767469" sldId="2147483672"/>
              <pc:sldLayoutMk cId="2161406473" sldId="2147483701"/>
              <ac:cxnSpMk id="17" creationId="{7D80C2C7-241D-D15F-2325-1968E82B082C}"/>
            </ac:cxnSpMkLst>
          </pc:cxnChg>
        </pc:sldLayoutChg>
        <pc:sldLayoutChg chg="addSp delSp modSp add mod ord modTransition">
          <pc:chgData name="François THIERY" userId="49d9e14f-09e0-4f81-ad6d-421fffe7070f" providerId="ADAL" clId="{1EAFC226-11D4-4628-84D5-D25FB09CCD2F}" dt="2026-07-09T15:35:23.237" v="4086" actId="947"/>
          <pc:sldLayoutMkLst>
            <pc:docMk/>
            <pc:sldMasterMk cId="998767469" sldId="2147483672"/>
            <pc:sldLayoutMk cId="2032947314" sldId="2147483702"/>
          </pc:sldLayoutMkLst>
          <pc:spChg chg="mod">
            <ac:chgData name="François THIERY" userId="49d9e14f-09e0-4f81-ad6d-421fffe7070f" providerId="ADAL" clId="{1EAFC226-11D4-4628-84D5-D25FB09CCD2F}" dt="2026-07-09T15:35:06.144" v="4084" actId="947"/>
            <ac:spMkLst>
              <pc:docMk/>
              <pc:sldMasterMk cId="998767469" sldId="2147483672"/>
              <pc:sldLayoutMk cId="2032947314" sldId="2147483702"/>
              <ac:spMk id="2" creationId="{E0B75037-69EB-E328-DA6A-F5DDB946109B}"/>
            </ac:spMkLst>
          </pc:spChg>
          <pc:spChg chg="mod">
            <ac:chgData name="François THIERY" userId="49d9e14f-09e0-4f81-ad6d-421fffe7070f" providerId="ADAL" clId="{1EAFC226-11D4-4628-84D5-D25FB09CCD2F}" dt="2026-07-09T15:34:10.427" v="4074" actId="2711"/>
            <ac:spMkLst>
              <pc:docMk/>
              <pc:sldMasterMk cId="998767469" sldId="2147483672"/>
              <pc:sldLayoutMk cId="2032947314" sldId="2147483702"/>
              <ac:spMk id="3" creationId="{10B1AFA0-04BF-8DA4-4867-74536EB9EE76}"/>
            </ac:spMkLst>
          </pc:spChg>
          <pc:spChg chg="add del mod">
            <ac:chgData name="François THIERY" userId="49d9e14f-09e0-4f81-ad6d-421fffe7070f" providerId="ADAL" clId="{1EAFC226-11D4-4628-84D5-D25FB09CCD2F}" dt="2026-07-09T15:01:33.404" v="3792" actId="478"/>
            <ac:spMkLst>
              <pc:docMk/>
              <pc:sldMasterMk cId="998767469" sldId="2147483672"/>
              <pc:sldLayoutMk cId="2032947314" sldId="2147483702"/>
              <ac:spMk id="4" creationId="{D385BBE9-6AE3-E4C6-8476-2CEC128C3F0F}"/>
            </ac:spMkLst>
          </pc:spChg>
          <pc:spChg chg="mod">
            <ac:chgData name="François THIERY" userId="49d9e14f-09e0-4f81-ad6d-421fffe7070f" providerId="ADAL" clId="{1EAFC226-11D4-4628-84D5-D25FB09CCD2F}" dt="2026-07-09T15:34:01.716" v="4072" actId="2711"/>
            <ac:spMkLst>
              <pc:docMk/>
              <pc:sldMasterMk cId="998767469" sldId="2147483672"/>
              <pc:sldLayoutMk cId="2032947314" sldId="2147483702"/>
              <ac:spMk id="5" creationId="{634D5ECE-F9D9-6F7A-3928-F31271830FF9}"/>
            </ac:spMkLst>
          </pc:spChg>
          <pc:spChg chg="mod">
            <ac:chgData name="François THIERY" userId="49d9e14f-09e0-4f81-ad6d-421fffe7070f" providerId="ADAL" clId="{1EAFC226-11D4-4628-84D5-D25FB09CCD2F}" dt="2026-07-09T15:04:26.641" v="3812" actId="2711"/>
            <ac:spMkLst>
              <pc:docMk/>
              <pc:sldMasterMk cId="998767469" sldId="2147483672"/>
              <pc:sldLayoutMk cId="2032947314" sldId="2147483702"/>
              <ac:spMk id="6" creationId="{1BB3AB9D-BDE0-82AD-629B-05D25E580009}"/>
            </ac:spMkLst>
          </pc:spChg>
          <pc:spChg chg="mod">
            <ac:chgData name="François THIERY" userId="49d9e14f-09e0-4f81-ad6d-421fffe7070f" providerId="ADAL" clId="{1EAFC226-11D4-4628-84D5-D25FB09CCD2F}" dt="2026-07-09T15:33:49.307" v="4068" actId="2711"/>
            <ac:spMkLst>
              <pc:docMk/>
              <pc:sldMasterMk cId="998767469" sldId="2147483672"/>
              <pc:sldLayoutMk cId="2032947314" sldId="2147483702"/>
              <ac:spMk id="10" creationId="{38CEFA8F-7484-1F67-6CA5-56995008B7ED}"/>
            </ac:spMkLst>
          </pc:spChg>
          <pc:spChg chg="add mod">
            <ac:chgData name="François THIERY" userId="49d9e14f-09e0-4f81-ad6d-421fffe7070f" providerId="ADAL" clId="{1EAFC226-11D4-4628-84D5-D25FB09CCD2F}" dt="2026-07-09T15:35:23.237" v="4086" actId="947"/>
            <ac:spMkLst>
              <pc:docMk/>
              <pc:sldMasterMk cId="998767469" sldId="2147483672"/>
              <pc:sldLayoutMk cId="2032947314" sldId="2147483702"/>
              <ac:spMk id="12" creationId="{DC22AC62-E261-EBC8-A3CA-4989CE37F37B}"/>
            </ac:spMkLst>
          </pc:spChg>
          <pc:spChg chg="del">
            <ac:chgData name="François THIERY" userId="49d9e14f-09e0-4f81-ad6d-421fffe7070f" providerId="ADAL" clId="{1EAFC226-11D4-4628-84D5-D25FB09CCD2F}" dt="2026-07-09T14:55:37.238" v="3727" actId="478"/>
            <ac:spMkLst>
              <pc:docMk/>
              <pc:sldMasterMk cId="998767469" sldId="2147483672"/>
              <pc:sldLayoutMk cId="2032947314" sldId="2147483702"/>
              <ac:spMk id="13" creationId="{651170E5-F1FA-7D76-4A23-4E6981815CB9}"/>
            </ac:spMkLst>
          </pc:spChg>
          <pc:spChg chg="add">
            <ac:chgData name="François THIERY" userId="49d9e14f-09e0-4f81-ad6d-421fffe7070f" providerId="ADAL" clId="{1EAFC226-11D4-4628-84D5-D25FB09CCD2F}" dt="2026-07-09T15:25:47.446" v="3977" actId="22"/>
            <ac:spMkLst>
              <pc:docMk/>
              <pc:sldMasterMk cId="998767469" sldId="2147483672"/>
              <pc:sldLayoutMk cId="2032947314" sldId="2147483702"/>
              <ac:spMk id="13" creationId="{CA84954F-65AE-619A-9AF1-76066F112277}"/>
            </ac:spMkLst>
          </pc:spChg>
          <pc:spChg chg="mod">
            <ac:chgData name="François THIERY" userId="49d9e14f-09e0-4f81-ad6d-421fffe7070f" providerId="ADAL" clId="{1EAFC226-11D4-4628-84D5-D25FB09CCD2F}" dt="2026-07-09T15:34:43.002" v="4080" actId="2711"/>
            <ac:spMkLst>
              <pc:docMk/>
              <pc:sldMasterMk cId="998767469" sldId="2147483672"/>
              <pc:sldLayoutMk cId="2032947314" sldId="2147483702"/>
              <ac:spMk id="14" creationId="{FF112FCC-54F9-DA6A-4FAE-C6320220F024}"/>
            </ac:spMkLst>
          </pc:spChg>
          <pc:spChg chg="add mod">
            <ac:chgData name="François THIERY" userId="49d9e14f-09e0-4f81-ad6d-421fffe7070f" providerId="ADAL" clId="{1EAFC226-11D4-4628-84D5-D25FB09CCD2F}" dt="2026-07-09T15:34:54.106" v="4082" actId="947"/>
            <ac:spMkLst>
              <pc:docMk/>
              <pc:sldMasterMk cId="998767469" sldId="2147483672"/>
              <pc:sldLayoutMk cId="2032947314" sldId="2147483702"/>
              <ac:spMk id="15" creationId="{7B0AFE8A-F4E6-450B-9355-487827BF8DE6}"/>
            </ac:spMkLst>
          </pc:spChg>
          <pc:spChg chg="add mod">
            <ac:chgData name="François THIERY" userId="49d9e14f-09e0-4f81-ad6d-421fffe7070f" providerId="ADAL" clId="{1EAFC226-11D4-4628-84D5-D25FB09CCD2F}" dt="2026-07-09T15:34:32.353" v="4078" actId="2711"/>
            <ac:spMkLst>
              <pc:docMk/>
              <pc:sldMasterMk cId="998767469" sldId="2147483672"/>
              <pc:sldLayoutMk cId="2032947314" sldId="2147483702"/>
              <ac:spMk id="16" creationId="{E009E7E1-06E3-1A35-51EE-78FF16CF4720}"/>
            </ac:spMkLst>
          </pc:spChg>
          <pc:spChg chg="add mod">
            <ac:chgData name="François THIERY" userId="49d9e14f-09e0-4f81-ad6d-421fffe7070f" providerId="ADAL" clId="{1EAFC226-11D4-4628-84D5-D25FB09CCD2F}" dt="2026-07-09T15:34:23.250" v="4076" actId="947"/>
            <ac:spMkLst>
              <pc:docMk/>
              <pc:sldMasterMk cId="998767469" sldId="2147483672"/>
              <pc:sldLayoutMk cId="2032947314" sldId="2147483702"/>
              <ac:spMk id="18" creationId="{8AF56EB3-0E6C-A2BD-62B6-7573547E7F07}"/>
            </ac:spMkLst>
          </pc:spChg>
          <pc:spChg chg="del mod">
            <ac:chgData name="François THIERY" userId="49d9e14f-09e0-4f81-ad6d-421fffe7070f" providerId="ADAL" clId="{1EAFC226-11D4-4628-84D5-D25FB09CCD2F}" dt="2026-07-09T15:25:47.270" v="3976" actId="478"/>
            <ac:spMkLst>
              <pc:docMk/>
              <pc:sldMasterMk cId="998767469" sldId="2147483672"/>
              <pc:sldLayoutMk cId="2032947314" sldId="2147483702"/>
              <ac:spMk id="19" creationId="{D81FA809-F061-88CE-AD0D-CA176188D8B1}"/>
            </ac:spMkLst>
          </pc:spChg>
          <pc:cxnChg chg="mod">
            <ac:chgData name="François THIERY" userId="49d9e14f-09e0-4f81-ad6d-421fffe7070f" providerId="ADAL" clId="{1EAFC226-11D4-4628-84D5-D25FB09CCD2F}" dt="2026-07-09T15:01:42.025" v="3795" actId="553"/>
            <ac:cxnSpMkLst>
              <pc:docMk/>
              <pc:sldMasterMk cId="998767469" sldId="2147483672"/>
              <pc:sldLayoutMk cId="2032947314" sldId="2147483702"/>
              <ac:cxnSpMk id="8" creationId="{C28DA89F-9556-6101-DC8A-9196C4157FDC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99785F-868A-EFB7-2816-EC18819373D0}"/>
              </a:ext>
            </a:extLst>
          </p:cNvPr>
          <p:cNvSpPr/>
          <p:nvPr userDrawn="1"/>
        </p:nvSpPr>
        <p:spPr>
          <a:xfrm>
            <a:off x="0" y="6369627"/>
            <a:ext cx="10691813" cy="1190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AD21A-31D3-4F85-5780-1D07FE4D42E2}"/>
              </a:ext>
            </a:extLst>
          </p:cNvPr>
          <p:cNvSpPr txBox="1"/>
          <p:nvPr userDrawn="1"/>
        </p:nvSpPr>
        <p:spPr>
          <a:xfrm>
            <a:off x="9518074" y="7097358"/>
            <a:ext cx="94557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fr-FR" sz="2000" b="1" spc="100" baseline="0" dirty="0">
                <a:latin typeface="Arial Nova Light" panose="020B0304020202020204" pitchFamily="34" charset="0"/>
                <a:cs typeface="Segoe UI" panose="020B0502040204020203" pitchFamily="34" charset="0"/>
              </a:rPr>
              <a:t>S-M.C</a:t>
            </a:r>
            <a:endParaRPr lang="en-GB" sz="2000" b="1" spc="100" baseline="0" dirty="0">
              <a:latin typeface="Arial Nova Light" panose="020B03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02CA8-C311-2EB3-CA06-190BAA07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47" y="7097358"/>
            <a:ext cx="4638913" cy="307777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1400" spc="100" baseline="0">
                <a:solidFill>
                  <a:schemeClr val="tx2">
                    <a:lumMod val="40000"/>
                    <a:lumOff val="60000"/>
                  </a:schemeClr>
                </a:solidFill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385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ach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5EC906B-2424-34C8-29A4-1DF1BB6266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109" y="4375356"/>
            <a:ext cx="2805666" cy="4165020"/>
          </a:xfrm>
        </p:spPr>
        <p:txBody>
          <a:bodyPr lIns="0" tIns="0" rIns="0" bIns="0" anchor="t"/>
          <a:lstStyle>
            <a:lvl1pPr marL="0" indent="0" algn="r">
              <a:buNone/>
              <a:defRPr sz="40000" b="1">
                <a:solidFill>
                  <a:schemeClr val="bg1">
                    <a:lumMod val="85000"/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0F114-AC89-6F23-BB81-D3281C12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98" y="6439707"/>
            <a:ext cx="4770793" cy="492072"/>
          </a:xfrm>
        </p:spPr>
        <p:txBody>
          <a:bodyPr>
            <a:noAutofit/>
          </a:bodyPr>
          <a:lstStyle>
            <a:lvl1pPr>
              <a:defRPr sz="3500" b="1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2577AD-438A-C678-183E-72A4D65CADA2}"/>
              </a:ext>
            </a:extLst>
          </p:cNvPr>
          <p:cNvSpPr/>
          <p:nvPr userDrawn="1"/>
        </p:nvSpPr>
        <p:spPr>
          <a:xfrm>
            <a:off x="5345905" y="0"/>
            <a:ext cx="5338800" cy="755640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A9F465-FA49-35CD-7553-A98E76220853}"/>
              </a:ext>
            </a:extLst>
          </p:cNvPr>
          <p:cNvCxnSpPr>
            <a:cxnSpLocks/>
          </p:cNvCxnSpPr>
          <p:nvPr userDrawn="1"/>
        </p:nvCxnSpPr>
        <p:spPr>
          <a:xfrm>
            <a:off x="5345905" y="0"/>
            <a:ext cx="0" cy="7559675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05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7D8AEC-9785-CCAF-E1A4-69B30504E35F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41957D-7D74-0705-B812-76AA2B92B084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E7778D9E-9BD4-1E52-FE38-D17D8AE69413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95500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Title] - 33 [Title] - 33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AF0C8D-B9D4-AE67-93E2-0BBF9EE05226}"/>
              </a:ext>
            </a:extLst>
          </p:cNvPr>
          <p:cNvCxnSpPr>
            <a:cxnSpLocks/>
          </p:cNvCxnSpPr>
          <p:nvPr userDrawn="1"/>
        </p:nvCxnSpPr>
        <p:spPr>
          <a:xfrm>
            <a:off x="7053137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6">
            <a:extLst>
              <a:ext uri="{FF2B5EF4-FFF2-40B4-BE49-F238E27FC236}">
                <a16:creationId xmlns:a16="http://schemas.microsoft.com/office/drawing/2014/main" id="{D81FA809-F061-88CE-AD0D-CA176188D8B1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CB6706-EDB1-1915-9F0C-C1370D93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050494B7-29D3-D128-B35C-D10E7252ADAD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A16A519-7EB8-18E0-F423-43829FD47B88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7053137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442B428-71FE-57CD-6747-E727DF40D1CB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3801711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17450-787D-B4E6-8E16-BE0D553D9EF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23882F2-A4E8-E463-7AB3-E1137B62307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111997-58FB-93E6-4045-C46DE11CD8EE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65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Blank] - 33 [Title] - 33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4636F7-411A-2E56-F2DA-2498305C23E4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4F4E47B-9D66-7698-0B60-C01BC43796F3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4A0049B1-77AD-95DD-FBB2-FCA0185ABCE7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444FCCD-BB2F-3905-4D34-29F6B05A7C9F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3801711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DA3EBA9-F743-FC77-69E8-0FF653E3BD53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3477D87-376E-74E2-45D0-FB8195E5F8F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8EDCB9-060A-9B7A-0DC7-21CE107EB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836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Title] - 67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802337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09DA6-2F5F-7AAB-BE8E-FC6A04395634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6CC292E-357C-442B-49AC-85A80BA6D6F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357AEFFA-9CFF-4B1F-30AA-67631965961F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95BE744-AEE7-37F0-A496-B5FFD00A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48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 [Blank] - 33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AF0C8D-B9D4-AE67-93E2-0BBF9EE05226}"/>
              </a:ext>
            </a:extLst>
          </p:cNvPr>
          <p:cNvCxnSpPr>
            <a:cxnSpLocks/>
          </p:cNvCxnSpPr>
          <p:nvPr userDrawn="1"/>
        </p:nvCxnSpPr>
        <p:spPr>
          <a:xfrm>
            <a:off x="7053137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2E08557-FA5A-7EAF-5A4B-B9E16A873AE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E7827-2EF2-4A59-D6DD-CCA0AE6E4815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B59EBB2-3E63-8561-6C4F-8D6120DF8C04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3C64FE1F-63BD-9FE2-6162-ED8A810A48AC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698B260-23C6-06F9-D0D9-C7F1DB68D89B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3BF1349-43F0-EE5B-402B-D4457B4B3572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7053137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723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 [Title] - 50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C802057-1AF6-B562-0252-8E2CA76BAC9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451137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33BFB-B58A-F88A-9F87-AB32025D88B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550285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54B20-4A11-635D-A795-8DBB543BDA8D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BCA4CD2-6D83-B73B-A306-974D7FB7397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C5BD0A23-1E4A-DFC2-D2B5-C4E6B147B80A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224072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 [Blank] - 50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451137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137" y="1782149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0CF7AF-6246-4BC6-E8E9-619959EF10A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825167D-E449-C6F2-588A-31A7C860219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A4DA9F08-C343-F86C-DFBB-B431BD0BBFB8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1740E2E-6A04-FA92-235D-2D0D4BE8C0B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451137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9879FB-EA9C-7E17-391D-2ABB0E93983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550285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40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 [Title] - 50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EE0D7A-E9E2-C044-5A87-8F1D8D12A4C4}"/>
              </a:ext>
            </a:extLst>
          </p:cNvPr>
          <p:cNvCxnSpPr>
            <a:cxnSpLocks/>
          </p:cNvCxnSpPr>
          <p:nvPr userDrawn="1"/>
        </p:nvCxnSpPr>
        <p:spPr>
          <a:xfrm>
            <a:off x="5451137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4B9BA5-B03C-C39A-F82C-1605FA92F804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4590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C8BDBCA-1EC0-C4C0-6816-FD0C83D963A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550285" y="1782150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0B3CC-5C4B-CB21-1C94-6CBDD94DC1CC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D71F5CE-9D91-B882-64BA-2BA5E6E54AE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E938545B-60B8-070E-8176-8BEF6E3E94ED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1554603-E35F-AA99-28C9-ECEEE9991B9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451137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D393DC1-6BD3-5AAC-61D8-E1AB0AE38F0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50285" y="2083529"/>
            <a:ext cx="459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12E8C76-BE06-22E6-9B6B-E21B0EC6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137" y="1782149"/>
            <a:ext cx="459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8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 [Title] - 33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A298B5-4134-8026-32A4-6F7A36A616A2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063993-2397-2C57-09C3-3F1E9DCD555C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51BCB145-1221-8917-8C10-30BD356C84CD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28062A-48DA-51EF-D079-2A22D3D6818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F19F325-058C-A9C2-0B0E-08332F7CC9A9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55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 [Title] - 33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B148F2-2FA7-E719-6B8B-21E3C7779054}"/>
              </a:ext>
            </a:extLst>
          </p:cNvPr>
          <p:cNvCxnSpPr>
            <a:cxnSpLocks/>
          </p:cNvCxnSpPr>
          <p:nvPr userDrawn="1"/>
        </p:nvCxnSpPr>
        <p:spPr>
          <a:xfrm>
            <a:off x="7053137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35F20AF-4B5A-1F7B-58E3-F9C14AE2C047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519B94B-75EB-6A03-DA3C-9AEDD4E19F12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C2814B5C-1ECB-03FF-D632-C80DEFC97493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00E70C6-59E1-DBE8-4F03-CCD862611AD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50285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19C8E3D-1908-61E1-66B8-A46BCDC7A0E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053137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DA4033E-91BD-C261-4F88-05426682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3C18EC5-6C6B-5457-2296-B85D81EA427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7053137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8800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Blank] - 67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CB6706-EDB1-1915-9F0C-C1370D93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C3FEEF-7B6D-6C1F-B0D1-79EBDD3B5D0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802337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5F6D14A-1DB7-D0FA-E09E-9FD63CA6101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8AD3B-586A-D2B7-A91D-6866B63FF214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683CB9B-FE5D-798F-EEF1-D3FB8E0E560B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4B1D9AB1-51DF-4AC6-3DAF-DA1AE2D5BC36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1385064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[Title] - 67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869E4-379E-3F83-E06C-7D561CC785FD}"/>
              </a:ext>
            </a:extLst>
          </p:cNvPr>
          <p:cNvCxnSpPr>
            <a:cxnSpLocks/>
          </p:cNvCxnSpPr>
          <p:nvPr userDrawn="1"/>
        </p:nvCxnSpPr>
        <p:spPr>
          <a:xfrm>
            <a:off x="3801711" y="2018511"/>
            <a:ext cx="6238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D451859-B789-00FC-EE40-B9E9470A4B94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988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F3654F6-A8BE-EE08-7508-8DD3F7F5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988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1D489-CC89-19CA-F255-F52625007DA1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6C7D923-67DB-3B65-CD4D-652EDAB5959C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97B02EF6-5255-04B3-1952-41F41529C037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F2A560C-DB1F-62C1-63F1-A63C7F101EA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802337" y="2083529"/>
            <a:ext cx="62388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661B9D-3CF6-B729-4429-FE015786756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988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5CE26EB-5130-70A3-8AD1-4A3FA5664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1711" y="1782149"/>
            <a:ext cx="6239426" cy="1908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8147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0 [Tit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94896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9490852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A0DEB71-50E9-4C03-C0FA-72D769E6F4B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9489600" cy="3363055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EBF32-015C-6E48-1F16-79B1BE87A7D1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53EB4A0-850B-03D6-50E6-DD9B99EA217D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A727D945-0567-119A-71F1-F9E19878EDD2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3259541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0 [Blank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50285" y="1413166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50285" y="7034646"/>
            <a:ext cx="959124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F595E0-4D06-A0E3-FE57-E334C5FF8321}"/>
              </a:ext>
            </a:extLst>
          </p:cNvPr>
          <p:cNvSpPr txBox="1"/>
          <p:nvPr userDrawn="1"/>
        </p:nvSpPr>
        <p:spPr>
          <a:xfrm>
            <a:off x="550286" y="7148947"/>
            <a:ext cx="9455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b="1" spc="100" baseline="0" dirty="0">
                <a:latin typeface="Arial Nova Light" panose="020B0304020202020204" pitchFamily="34" charset="0"/>
                <a:cs typeface="Arial" panose="020B0604020202020204" pitchFamily="34" charset="0"/>
              </a:rPr>
              <a:t>S-M.C</a:t>
            </a:r>
            <a:endParaRPr lang="en-GB" sz="1400" b="1" spc="100" baseline="0" dirty="0">
              <a:latin typeface="Arial Nova Light" panose="020B03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373FC82-DD73-A5D0-95F7-6D69A35DE75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0285" y="334227"/>
            <a:ext cx="7509982" cy="913889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3FE33F2-5690-9969-C97A-BB9D173717FC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3206201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 of 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3AB9D-BDE0-82AD-629B-05D25E580009}"/>
              </a:ext>
            </a:extLst>
          </p:cNvPr>
          <p:cNvSpPr/>
          <p:nvPr userDrawn="1"/>
        </p:nvSpPr>
        <p:spPr>
          <a:xfrm flipH="1">
            <a:off x="0" y="0"/>
            <a:ext cx="3647205" cy="7559675"/>
          </a:xfrm>
          <a:prstGeom prst="rect">
            <a:avLst/>
          </a:prstGeom>
          <a:solidFill>
            <a:srgbClr val="FAF8F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880000" cy="0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3910519" y="1140792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5" y="1782149"/>
            <a:ext cx="288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3910334" y="7034646"/>
            <a:ext cx="61308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083529"/>
            <a:ext cx="2880000" cy="336305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910517" y="2083529"/>
            <a:ext cx="6130617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60000"/>
              </a:lnSpc>
              <a:spcBef>
                <a:spcPts val="0"/>
              </a:spcBef>
              <a:spcAft>
                <a:spcPts val="9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4D5ECE-F9D9-6F7A-3928-F31271830F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3910519" y="334228"/>
            <a:ext cx="6130617" cy="662950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B5A9CD-05F4-43A0-DD60-280D9F1BBA16}"/>
              </a:ext>
            </a:extLst>
          </p:cNvPr>
          <p:cNvGrpSpPr/>
          <p:nvPr userDrawn="1"/>
        </p:nvGrpSpPr>
        <p:grpSpPr>
          <a:xfrm>
            <a:off x="550285" y="308499"/>
            <a:ext cx="2015829" cy="928020"/>
            <a:chOff x="8958822" y="350063"/>
            <a:chExt cx="1380125" cy="928020"/>
          </a:xfrm>
        </p:grpSpPr>
        <p:sp>
          <p:nvSpPr>
            <p:cNvPr id="10" name="Title 2">
              <a:extLst>
                <a:ext uri="{FF2B5EF4-FFF2-40B4-BE49-F238E27FC236}">
                  <a16:creationId xmlns:a16="http://schemas.microsoft.com/office/drawing/2014/main" id="{38CEFA8F-7484-1F67-6CA5-56995008B7ED}"/>
                </a:ext>
              </a:extLst>
            </p:cNvPr>
            <p:cNvSpPr txBox="1">
              <a:spLocks/>
            </p:cNvSpPr>
            <p:nvPr/>
          </p:nvSpPr>
          <p:spPr>
            <a:xfrm>
              <a:off x="9055306" y="350063"/>
              <a:ext cx="1283641" cy="92802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100794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500" b="1" kern="1200">
                  <a:solidFill>
                    <a:schemeClr val="tx1"/>
                  </a:solidFill>
                  <a:latin typeface="Segoe UI" panose="020B0502040204020203" pitchFamily="34" charset="0"/>
                  <a:ea typeface="+mj-ea"/>
                  <a:cs typeface="Segoe UI" panose="020B0502040204020203" pitchFamily="34" charset="0"/>
                </a:defRPr>
              </a:lvl1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noProof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Nova Light" panose="020B0304020202020204" pitchFamily="34" charset="0"/>
                </a:rPr>
                <a:t>Contexte de l’opération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900" b="0" spc="100" baseline="0" dirty="0">
                  <a:latin typeface="Arial Nova Light" panose="020B0304020202020204" pitchFamily="34" charset="0"/>
                </a:rPr>
                <a:t>Périmètre des travaux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dirty="0">
                  <a:latin typeface="Arial Nova Light" panose="020B0304020202020204" pitchFamily="34" charset="0"/>
                </a:rPr>
                <a:t>   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Nova Light" panose="020B0304020202020204" pitchFamily="34" charset="0"/>
                </a:rPr>
                <a:t>   …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45B9F9-D984-7B4A-1D7E-4BFC7E631C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8822" y="618375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51170E5-F1FA-7D76-4A23-4E6981815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68" y="853178"/>
            <a:ext cx="2664000" cy="144000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8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CBA2D2CF-43F9-4F01-C2B0-DEA3D822E35E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461047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rier d'interven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3AB9D-BDE0-82AD-629B-05D25E580009}"/>
              </a:ext>
            </a:extLst>
          </p:cNvPr>
          <p:cNvSpPr/>
          <p:nvPr userDrawn="1"/>
        </p:nvSpPr>
        <p:spPr>
          <a:xfrm flipH="1">
            <a:off x="-1" y="0"/>
            <a:ext cx="5292000" cy="7559675"/>
          </a:xfrm>
          <a:prstGeom prst="rect">
            <a:avLst/>
          </a:prstGeom>
          <a:solidFill>
            <a:srgbClr val="FAF8F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5631135" y="1140792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5631135" y="7034646"/>
            <a:ext cx="441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4" y="2083529"/>
            <a:ext cx="4410811" cy="4307543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631135" y="2083529"/>
            <a:ext cx="4410000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60000"/>
              </a:lnSpc>
              <a:spcBef>
                <a:spcPts val="0"/>
              </a:spcBef>
              <a:spcAft>
                <a:spcPts val="9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4D5ECE-F9D9-6F7A-3928-F31271830F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631135" y="334228"/>
            <a:ext cx="4410000" cy="662950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B5A9CD-05F4-43A0-DD60-280D9F1BBA16}"/>
              </a:ext>
            </a:extLst>
          </p:cNvPr>
          <p:cNvGrpSpPr/>
          <p:nvPr userDrawn="1"/>
        </p:nvGrpSpPr>
        <p:grpSpPr>
          <a:xfrm>
            <a:off x="550285" y="308499"/>
            <a:ext cx="2015829" cy="928020"/>
            <a:chOff x="8958822" y="350063"/>
            <a:chExt cx="1380125" cy="928020"/>
          </a:xfrm>
        </p:grpSpPr>
        <p:sp>
          <p:nvSpPr>
            <p:cNvPr id="10" name="Title 2">
              <a:extLst>
                <a:ext uri="{FF2B5EF4-FFF2-40B4-BE49-F238E27FC236}">
                  <a16:creationId xmlns:a16="http://schemas.microsoft.com/office/drawing/2014/main" id="{38CEFA8F-7484-1F67-6CA5-56995008B7ED}"/>
                </a:ext>
              </a:extLst>
            </p:cNvPr>
            <p:cNvSpPr txBox="1">
              <a:spLocks/>
            </p:cNvSpPr>
            <p:nvPr/>
          </p:nvSpPr>
          <p:spPr>
            <a:xfrm>
              <a:off x="9055306" y="350063"/>
              <a:ext cx="1283641" cy="92802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100794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500" b="1" kern="1200">
                  <a:solidFill>
                    <a:schemeClr val="tx1"/>
                  </a:solidFill>
                  <a:latin typeface="Segoe UI" panose="020B0502040204020203" pitchFamily="34" charset="0"/>
                  <a:ea typeface="+mj-ea"/>
                  <a:cs typeface="Segoe UI" panose="020B0502040204020203" pitchFamily="34" charset="0"/>
                </a:defRPr>
              </a:lvl1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noProof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Nova Light" panose="020B0304020202020204" pitchFamily="34" charset="0"/>
                </a:rPr>
                <a:t>Périmètre des travaux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900" b="0" spc="100" baseline="0" dirty="0">
                  <a:latin typeface="Arial Nova Light" panose="020B0304020202020204" pitchFamily="34" charset="0"/>
                </a:rPr>
                <a:t>Conditions d’intervention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dirty="0">
                  <a:latin typeface="Arial Nova Light" panose="020B0304020202020204" pitchFamily="34" charset="0"/>
                </a:rPr>
                <a:t>   Calendrier prévisionnel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Nova Light" panose="020B0304020202020204" pitchFamily="34" charset="0"/>
                </a:rPr>
                <a:t>   …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45B9F9-D984-7B4A-1D7E-4BFC7E631C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8822" y="618375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ZoneTexte 6">
            <a:extLst>
              <a:ext uri="{FF2B5EF4-FFF2-40B4-BE49-F238E27FC236}">
                <a16:creationId xmlns:a16="http://schemas.microsoft.com/office/drawing/2014/main" id="{FFF23DBD-F875-744D-D578-32A4E5CA6200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2161406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d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3AB9D-BDE0-82AD-629B-05D25E580009}"/>
              </a:ext>
            </a:extLst>
          </p:cNvPr>
          <p:cNvSpPr/>
          <p:nvPr userDrawn="1"/>
        </p:nvSpPr>
        <p:spPr>
          <a:xfrm flipH="1">
            <a:off x="0" y="0"/>
            <a:ext cx="3647205" cy="7559675"/>
          </a:xfrm>
          <a:prstGeom prst="rect">
            <a:avLst/>
          </a:prstGeom>
          <a:solidFill>
            <a:srgbClr val="FAF8F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DA89F-9556-6101-DC8A-9196C4157FDC}"/>
              </a:ext>
            </a:extLst>
          </p:cNvPr>
          <p:cNvCxnSpPr>
            <a:cxnSpLocks/>
          </p:cNvCxnSpPr>
          <p:nvPr userDrawn="1"/>
        </p:nvCxnSpPr>
        <p:spPr>
          <a:xfrm>
            <a:off x="550285" y="2018511"/>
            <a:ext cx="2880000" cy="0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3CCCF-5B15-993F-2A27-25AD7D77D15B}"/>
              </a:ext>
            </a:extLst>
          </p:cNvPr>
          <p:cNvCxnSpPr>
            <a:cxnSpLocks/>
          </p:cNvCxnSpPr>
          <p:nvPr userDrawn="1"/>
        </p:nvCxnSpPr>
        <p:spPr>
          <a:xfrm>
            <a:off x="3910519" y="1140792"/>
            <a:ext cx="90000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FF112FCC-54F9-DA6A-4FAE-C632022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84" y="1782149"/>
            <a:ext cx="1620000" cy="190800"/>
          </a:xfrm>
        </p:spPr>
        <p:txBody>
          <a:bodyPr lIns="0" tIns="0" rIns="0" bIns="0" anchor="ctr" anchorCtr="0">
            <a:noAutofit/>
          </a:bodyPr>
          <a:lstStyle>
            <a:lvl1pPr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0C2C7-241D-D15F-2325-1968E82B082C}"/>
              </a:ext>
            </a:extLst>
          </p:cNvPr>
          <p:cNvCxnSpPr>
            <a:cxnSpLocks/>
          </p:cNvCxnSpPr>
          <p:nvPr userDrawn="1"/>
        </p:nvCxnSpPr>
        <p:spPr>
          <a:xfrm>
            <a:off x="3910334" y="7034646"/>
            <a:ext cx="61308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B75037-69EB-E328-DA6A-F5DDB94610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50285" y="2102985"/>
            <a:ext cx="1619999" cy="251109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0B1AFA0-04BF-8DA4-4867-74536EB9EE7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910517" y="2083529"/>
            <a:ext cx="6130617" cy="3363055"/>
          </a:xfrm>
        </p:spPr>
        <p:txBody>
          <a:bodyPr lIns="0" tIns="0" rIns="0" bIns="0" anchor="t" anchorCtr="0">
            <a:noAutofit/>
          </a:bodyPr>
          <a:lstStyle>
            <a:lvl1pPr marL="0" indent="0" algn="just">
              <a:lnSpc>
                <a:spcPct val="160000"/>
              </a:lnSpc>
              <a:spcBef>
                <a:spcPts val="0"/>
              </a:spcBef>
              <a:spcAft>
                <a:spcPts val="900"/>
              </a:spcAft>
              <a:buNone/>
              <a:defRPr sz="9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4D5ECE-F9D9-6F7A-3928-F31271830F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3910519" y="334228"/>
            <a:ext cx="6130617" cy="662950"/>
          </a:xfrm>
        </p:spPr>
        <p:txBody>
          <a:bodyPr lIns="0" tIns="0" rIns="0" bIns="0" anchor="t" anchorCtr="0"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B5A9CD-05F4-43A0-DD60-280D9F1BBA16}"/>
              </a:ext>
            </a:extLst>
          </p:cNvPr>
          <p:cNvGrpSpPr/>
          <p:nvPr userDrawn="1"/>
        </p:nvGrpSpPr>
        <p:grpSpPr>
          <a:xfrm>
            <a:off x="550285" y="308499"/>
            <a:ext cx="2015829" cy="928020"/>
            <a:chOff x="8958822" y="350063"/>
            <a:chExt cx="1380125" cy="928020"/>
          </a:xfrm>
        </p:grpSpPr>
        <p:sp>
          <p:nvSpPr>
            <p:cNvPr id="10" name="Title 2">
              <a:extLst>
                <a:ext uri="{FF2B5EF4-FFF2-40B4-BE49-F238E27FC236}">
                  <a16:creationId xmlns:a16="http://schemas.microsoft.com/office/drawing/2014/main" id="{38CEFA8F-7484-1F67-6CA5-56995008B7ED}"/>
                </a:ext>
              </a:extLst>
            </p:cNvPr>
            <p:cNvSpPr txBox="1">
              <a:spLocks/>
            </p:cNvSpPr>
            <p:nvPr/>
          </p:nvSpPr>
          <p:spPr>
            <a:xfrm>
              <a:off x="9055306" y="350063"/>
              <a:ext cx="1283641" cy="92802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1007943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500" b="1" kern="1200">
                  <a:solidFill>
                    <a:schemeClr val="tx1"/>
                  </a:solidFill>
                  <a:latin typeface="Segoe UI" panose="020B0502040204020203" pitchFamily="34" charset="0"/>
                  <a:ea typeface="+mj-ea"/>
                  <a:cs typeface="Segoe UI" panose="020B0502040204020203" pitchFamily="34" charset="0"/>
                </a:defRPr>
              </a:lvl1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noProof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Nova Light" panose="020B0304020202020204" pitchFamily="34" charset="0"/>
                </a:rPr>
                <a:t>Périmètre des travaux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900" b="0" spc="100" baseline="0" dirty="0">
                  <a:latin typeface="Arial Nova Light" panose="020B0304020202020204" pitchFamily="34" charset="0"/>
                </a:rPr>
                <a:t>Conditions d’intervention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dirty="0">
                  <a:latin typeface="Arial Nova Light" panose="020B0304020202020204" pitchFamily="34" charset="0"/>
                </a:rPr>
                <a:t>   Budget</a:t>
              </a:r>
            </a:p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fr-FR" sz="800" b="0" spc="100" baseline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Nova Light" panose="020B0304020202020204" pitchFamily="34" charset="0"/>
                </a:rPr>
                <a:t>   …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45B9F9-D984-7B4A-1D7E-4BFC7E631C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8822" y="618375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C22AC62-E261-EBC8-A3CA-4989CE37F37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2256817" y="2102985"/>
            <a:ext cx="1173468" cy="251109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0AFE8A-F4E6-450B-9355-487827BF8DE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2256817" y="1782149"/>
            <a:ext cx="1173468" cy="251109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009E7E1-06E3-1A35-51EE-78FF16CF472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550284" y="2629386"/>
            <a:ext cx="2880000" cy="571005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AF56EB3-0E6C-A2BD-62B6-7573547E7F07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550284" y="3525762"/>
            <a:ext cx="2880000" cy="1920822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60000"/>
              </a:lnSpc>
              <a:spcBef>
                <a:spcPts val="0"/>
              </a:spcBef>
              <a:spcAft>
                <a:spcPts val="600"/>
              </a:spcAft>
              <a:buNone/>
              <a:defRPr sz="1000" spc="100" baseline="0">
                <a:latin typeface="Arial Nova Light" panose="020B0304020202020204" pitchFamily="34" charset="0"/>
                <a:cs typeface="Segoe UI" panose="020B0502040204020203" pitchFamily="34" charset="0"/>
              </a:defRPr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CA84954F-65AE-619A-9AF1-76066F112277}"/>
              </a:ext>
            </a:extLst>
          </p:cNvPr>
          <p:cNvSpPr txBox="1">
            <a:spLocks/>
          </p:cNvSpPr>
          <p:nvPr userDrawn="1"/>
        </p:nvSpPr>
        <p:spPr>
          <a:xfrm>
            <a:off x="8900465" y="7199675"/>
            <a:ext cx="122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Page </a:t>
            </a:r>
            <a:fld id="{4F80CF6B-0835-448E-B7F5-D3A000EA7E75}" type="slidenum">
              <a:rPr lang="fr-FR" spc="100" baseline="0" smtClean="0">
                <a:solidFill>
                  <a:schemeClr val="tx1"/>
                </a:solidFill>
                <a:latin typeface="Arial Nova Light" panose="020B0304020202020204" pitchFamily="34" charset="0"/>
              </a:rPr>
              <a:pPr lvl="0"/>
              <a:t>‹#›</a:t>
            </a:fld>
            <a:r>
              <a:rPr lang="fr-FR" spc="100" baseline="0" dirty="0">
                <a:solidFill>
                  <a:schemeClr val="tx1"/>
                </a:solidFill>
                <a:latin typeface="Arial Nova Light" panose="020B0304020202020204" pitchFamily="34" charset="0"/>
              </a:rPr>
              <a:t> sur [x]</a:t>
            </a:r>
          </a:p>
        </p:txBody>
      </p:sp>
    </p:spTree>
    <p:extLst>
      <p:ext uri="{BB962C8B-B14F-4D97-AF65-F5344CB8AC3E}">
        <p14:creationId xmlns:p14="http://schemas.microsoft.com/office/powerpoint/2010/main" val="2032947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720AF-EEFA-4740-ADC9-5307A349F8F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FE02B-A2DB-4128-B61A-C631F9EDB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621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720AF-EEFA-4740-ADC9-5307A349F8F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FE02B-A2DB-4128-B61A-C631F9EDB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99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720AF-EEFA-4740-ADC9-5307A349F8F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FE02B-A2DB-4128-B61A-C631F9EDB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76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4" r:id="rId2"/>
    <p:sldLayoutId id="2147483686" r:id="rId3"/>
    <p:sldLayoutId id="2147483673" r:id="rId4"/>
    <p:sldLayoutId id="2147483698" r:id="rId5"/>
    <p:sldLayoutId id="2147483689" r:id="rId6"/>
    <p:sldLayoutId id="2147483691" r:id="rId7"/>
    <p:sldLayoutId id="2147483696" r:id="rId8"/>
    <p:sldLayoutId id="2147483695" r:id="rId9"/>
    <p:sldLayoutId id="2147483697" r:id="rId10"/>
    <p:sldLayoutId id="2147483687" r:id="rId11"/>
    <p:sldLayoutId id="2147483694" r:id="rId12"/>
    <p:sldLayoutId id="2147483692" r:id="rId13"/>
    <p:sldLayoutId id="2147483693" r:id="rId14"/>
    <p:sldLayoutId id="2147483688" r:id="rId15"/>
    <p:sldLayoutId id="2147483690" r:id="rId16"/>
    <p:sldLayoutId id="2147483700" r:id="rId17"/>
    <p:sldLayoutId id="2147483701" r:id="rId18"/>
    <p:sldLayoutId id="2147483702" r:id="rId19"/>
    <p:sldLayoutId id="2147483679" r:id="rId20"/>
    <p:sldLayoutId id="2147483681" r:id="rId2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F73C-3858-A9F0-327F-B72CAADA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pc="100" dirty="0">
                <a:latin typeface="Arial Nova Light" panose="020B0304020202020204" pitchFamily="34" charset="0"/>
              </a:rPr>
              <a:t>Rapport de due diligence financière</a:t>
            </a:r>
            <a:endParaRPr lang="en-GB" spc="100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96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826D-574F-E894-7C23-EA3BEF89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C3CB53-18B0-439E-B797-D012B264BE46}"/>
              </a:ext>
            </a:extLst>
          </p:cNvPr>
          <p:cNvSpPr/>
          <p:nvPr/>
        </p:nvSpPr>
        <p:spPr>
          <a:xfrm>
            <a:off x="5345905" y="0"/>
            <a:ext cx="5345907" cy="7559675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A92B8-F25D-3B56-E3C7-8CF969EEC939}"/>
              </a:ext>
            </a:extLst>
          </p:cNvPr>
          <p:cNvSpPr txBox="1"/>
          <p:nvPr/>
        </p:nvSpPr>
        <p:spPr>
          <a:xfrm>
            <a:off x="5943594" y="1049849"/>
            <a:ext cx="432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Sommaire</a:t>
            </a: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C379E-7F99-F980-6992-BEA0DFA5749C}"/>
              </a:ext>
            </a:extLst>
          </p:cNvPr>
          <p:cNvSpPr txBox="1"/>
          <p:nvPr/>
        </p:nvSpPr>
        <p:spPr>
          <a:xfrm>
            <a:off x="592283" y="1904763"/>
            <a:ext cx="4320000" cy="3758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spc="100" noProof="0" dirty="0">
                <a:latin typeface="Arial Nova Light" panose="020B0304020202020204" pitchFamily="34" charset="0"/>
                <a:cs typeface="Arial" panose="020B0604020202020204" pitchFamily="34" charset="0"/>
              </a:rPr>
              <a:t>L’équipe Saint-Michel Capital vous remercie de l’avoir sollicitée en vue de vous soumettre cette proposition d’accompagnement.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spc="100" noProof="0" dirty="0">
                <a:latin typeface="Arial Nova Light" panose="020B0304020202020204" pitchFamily="34" charset="0"/>
                <a:cs typeface="Arial" panose="020B0604020202020204" pitchFamily="34" charset="0"/>
              </a:rPr>
              <a:t>Nous recevons favorablement cette sollicitation et serions ravis de vous accompagner pour la réalisation d’une due diligence financière d’acquisition.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spc="100" noProof="0" dirty="0">
                <a:latin typeface="Arial Nova Light" panose="020B0304020202020204" pitchFamily="34" charset="0"/>
                <a:cs typeface="Arial" panose="020B0604020202020204" pitchFamily="34" charset="0"/>
              </a:rPr>
              <a:t>Ce document décrit successivement (1) notre compréhension du contexte, (2) les diligences que nous recommandons d’effectuer sur notre champ d’intervention ainsi que (3) nos conditions d’intervention.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spc="100" noProof="0" dirty="0">
                <a:latin typeface="Arial Nova Light" panose="020B0304020202020204" pitchFamily="34" charset="0"/>
                <a:cs typeface="Arial" panose="020B0604020202020204" pitchFamily="34" charset="0"/>
              </a:rPr>
              <a:t>Nous sommes bien sûr disponibles pour échanger ou préciser tout élément de notre proposition.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spc="100" noProof="0" dirty="0">
                <a:latin typeface="Arial Nova Light" panose="020B0304020202020204" pitchFamily="34" charset="0"/>
                <a:cs typeface="Arial" panose="020B0604020202020204" pitchFamily="34" charset="0"/>
              </a:rPr>
              <a:t>Respectueusement,</a:t>
            </a:r>
          </a:p>
          <a:p>
            <a:pPr>
              <a:lnSpc>
                <a:spcPct val="160000"/>
              </a:lnSpc>
              <a:spcAft>
                <a:spcPts val="1800"/>
              </a:spcAft>
            </a:pPr>
            <a:r>
              <a:rPr lang="fr-FR" sz="900" spc="100" noProof="0" dirty="0">
                <a:latin typeface="Arial Nova Light" panose="020B0304020202020204" pitchFamily="34" charset="0"/>
                <a:cs typeface="Arial" panose="020B0604020202020204" pitchFamily="34" charset="0"/>
              </a:rPr>
              <a:t>L’équipe Saint-Michel Capital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B2B9A0-AC9F-481A-8CDD-FC2244C9F563}"/>
              </a:ext>
            </a:extLst>
          </p:cNvPr>
          <p:cNvCxnSpPr>
            <a:cxnSpLocks/>
          </p:cNvCxnSpPr>
          <p:nvPr/>
        </p:nvCxnSpPr>
        <p:spPr>
          <a:xfrm>
            <a:off x="5345905" y="0"/>
            <a:ext cx="0" cy="7559675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26BC42-9100-96FC-B450-41EBCD06D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55479"/>
              </p:ext>
            </p:extLst>
          </p:nvPr>
        </p:nvGraphicFramePr>
        <p:xfrm>
          <a:off x="5943594" y="1696942"/>
          <a:ext cx="4320000" cy="163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5263">
                  <a:extLst>
                    <a:ext uri="{9D8B030D-6E8A-4147-A177-3AD203B41FA5}">
                      <a16:colId xmlns:a16="http://schemas.microsoft.com/office/drawing/2014/main" val="134813169"/>
                    </a:ext>
                  </a:extLst>
                </a:gridCol>
                <a:gridCol w="274737">
                  <a:extLst>
                    <a:ext uri="{9D8B030D-6E8A-4147-A177-3AD203B41FA5}">
                      <a16:colId xmlns:a16="http://schemas.microsoft.com/office/drawing/2014/main" val="1245796621"/>
                    </a:ext>
                  </a:extLst>
                </a:gridCol>
              </a:tblGrid>
              <a:tr h="54618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fr-FR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Contexte de l’opération</a:t>
                      </a:r>
                      <a:r>
                        <a:rPr lang="en-US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……………………………………………...........................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</a:pP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fr-FR" sz="11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</a:t>
                      </a:r>
                      <a:endParaRPr lang="en-GB" sz="11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123405"/>
                  </a:ext>
                </a:extLst>
              </a:tr>
              <a:tr h="546180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Périmètre des travaux……………………………………………………………………</a:t>
                      </a:r>
                      <a:endParaRPr lang="en-GB" sz="11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</a:pP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092480"/>
                  </a:ext>
                </a:extLst>
              </a:tr>
              <a:tr h="54618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fr-FR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 d’intervention</a:t>
                      </a:r>
                      <a:r>
                        <a:rPr lang="en-US" sz="1100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………………………………………………………………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</a:pP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37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59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4B1797D-1D4C-E270-EEC1-0D55A3B2345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1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89BC1E-0AB0-D486-7C19-C2A63B59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98" y="6439707"/>
            <a:ext cx="5640975" cy="492072"/>
          </a:xfrm>
        </p:spPr>
        <p:txBody>
          <a:bodyPr/>
          <a:lstStyle/>
          <a:p>
            <a:r>
              <a:rPr lang="fr-FR" sz="3000" noProof="0" dirty="0"/>
              <a:t>Contexte de l’opération</a:t>
            </a:r>
          </a:p>
        </p:txBody>
      </p:sp>
    </p:spTree>
    <p:extLst>
      <p:ext uri="{BB962C8B-B14F-4D97-AF65-F5344CB8AC3E}">
        <p14:creationId xmlns:p14="http://schemas.microsoft.com/office/powerpoint/2010/main" val="296692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78AA720-78E5-9B5A-E61A-8300BFC3E51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2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D4FFEE-E74E-68D6-7FDD-86E336E3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000" dirty="0"/>
              <a:t>Périmètre des travaux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4011506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6FCF28A-CF44-4BD7-30CA-4E8FFF25A806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3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CB3126-8844-9076-B9B1-0FF50350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Conditions d’intervention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5693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E29AA0-AE6B-832A-915F-D2AB7FE7412D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D56D8-A955-394A-6E72-313140BB1749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8988D-DE3C-E973-E69E-FFB5030EA1A9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5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73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44BA6-EEE6-1EFB-E125-198148EA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C5C7587-DD7E-FFF8-9AC6-35D264F5ABF7}"/>
              </a:ext>
            </a:extLst>
          </p:cNvPr>
          <p:cNvSpPr txBox="1">
            <a:spLocks/>
          </p:cNvSpPr>
          <p:nvPr/>
        </p:nvSpPr>
        <p:spPr>
          <a:xfrm>
            <a:off x="581458" y="6473536"/>
            <a:ext cx="4177578" cy="97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fr-FR" sz="900" b="0" dirty="0"/>
              <a:t>S-M.C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fr-FR" sz="900" b="0" dirty="0"/>
              <a:t>6 place Saint-Michel, 75006 Paris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fr-FR" sz="900" b="0" dirty="0"/>
              <a:t>Saint-Michel Capital – R.C.S. Paris 991 989 088</a:t>
            </a:r>
            <a:endParaRPr lang="en-GB" sz="800" b="0" dirty="0"/>
          </a:p>
        </p:txBody>
      </p:sp>
    </p:spTree>
    <p:extLst>
      <p:ext uri="{BB962C8B-B14F-4D97-AF65-F5344CB8AC3E}">
        <p14:creationId xmlns:p14="http://schemas.microsoft.com/office/powerpoint/2010/main" val="323919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irus Transaction Service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66"/>
      </a:accent1>
      <a:accent2>
        <a:srgbClr val="001142"/>
      </a:accent2>
      <a:accent3>
        <a:srgbClr val="2E2E38"/>
      </a:accent3>
      <a:accent4>
        <a:srgbClr val="777791"/>
      </a:accent4>
      <a:accent5>
        <a:srgbClr val="FFFF00"/>
      </a:accent5>
      <a:accent6>
        <a:srgbClr val="31B7A1"/>
      </a:accent6>
      <a:hlink>
        <a:srgbClr val="0563C1"/>
      </a:hlink>
      <a:folHlink>
        <a:srgbClr val="954F7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25573</TotalTime>
  <Words>150</Words>
  <Application>Microsoft Office PowerPoint</Application>
  <PresentationFormat>Custom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Nova Light</vt:lpstr>
      <vt:lpstr>Segoe UI</vt:lpstr>
      <vt:lpstr>Office Theme</vt:lpstr>
      <vt:lpstr>Rapport de due diligence financière</vt:lpstr>
      <vt:lpstr>PowerPoint Presentation</vt:lpstr>
      <vt:lpstr>Contexte de l’opération</vt:lpstr>
      <vt:lpstr>Périmètre des travaux</vt:lpstr>
      <vt:lpstr>Conditions d’intervention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THIERY</dc:creator>
  <cp:lastModifiedBy>François THIERY</cp:lastModifiedBy>
  <cp:revision>146</cp:revision>
  <dcterms:created xsi:type="dcterms:W3CDTF">2025-12-11T10:09:57Z</dcterms:created>
  <dcterms:modified xsi:type="dcterms:W3CDTF">2026-07-09T15:35:23Z</dcterms:modified>
</cp:coreProperties>
</file>