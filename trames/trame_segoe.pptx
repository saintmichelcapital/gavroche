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5" r:id="rId2"/>
    <p:sldId id="259" r:id="rId3"/>
    <p:sldId id="261" r:id="rId4"/>
    <p:sldId id="262" r:id="rId5"/>
    <p:sldId id="391" r:id="rId6"/>
    <p:sldId id="392" r:id="rId7"/>
    <p:sldId id="390" r:id="rId8"/>
    <p:sldId id="266" r:id="rId9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8F4"/>
    <a:srgbClr val="F2F2F2"/>
    <a:srgbClr val="595959"/>
    <a:srgbClr val="F89AD0"/>
    <a:srgbClr val="F347A9"/>
    <a:srgbClr val="F7F3ED"/>
    <a:srgbClr val="F4EFE8"/>
    <a:srgbClr val="E5D8C6"/>
    <a:srgbClr val="FFFFFF"/>
    <a:srgbClr val="6868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B23CAF-7960-42CE-B3C6-55349E37A01D}" v="14" dt="2026-07-09T15:02:44.5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416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çois THIERY" userId="49d9e14f-09e0-4f81-ad6d-421fffe7070f" providerId="ADAL" clId="{1EAFC226-11D4-4628-84D5-D25FB09CCD2F}"/>
    <pc:docChg chg="undo redo custSel addSld delSld modSld modMainMaster">
      <pc:chgData name="François THIERY" userId="49d9e14f-09e0-4f81-ad6d-421fffe7070f" providerId="ADAL" clId="{1EAFC226-11D4-4628-84D5-D25FB09CCD2F}" dt="2026-07-09T17:01:23.298" v="3838" actId="14100"/>
      <pc:docMkLst>
        <pc:docMk/>
      </pc:docMkLst>
      <pc:sldChg chg="del">
        <pc:chgData name="François THIERY" userId="49d9e14f-09e0-4f81-ad6d-421fffe7070f" providerId="ADAL" clId="{1EAFC226-11D4-4628-84D5-D25FB09CCD2F}" dt="2026-07-08T14:08:13.268" v="2959" actId="47"/>
        <pc:sldMkLst>
          <pc:docMk/>
          <pc:sldMk cId="1628711269" sldId="258"/>
        </pc:sldMkLst>
      </pc:sldChg>
      <pc:sldChg chg="delSp modSp mod">
        <pc:chgData name="François THIERY" userId="49d9e14f-09e0-4f81-ad6d-421fffe7070f" providerId="ADAL" clId="{1EAFC226-11D4-4628-84D5-D25FB09CCD2F}" dt="2026-07-08T14:15:40.003" v="3322" actId="1036"/>
        <pc:sldMkLst>
          <pc:docMk/>
          <pc:sldMk cId="3390595401" sldId="259"/>
        </pc:sldMkLst>
        <pc:spChg chg="mod">
          <ac:chgData name="François THIERY" userId="49d9e14f-09e0-4f81-ad6d-421fffe7070f" providerId="ADAL" clId="{1EAFC226-11D4-4628-84D5-D25FB09CCD2F}" dt="2026-07-08T14:15:19.518" v="3246" actId="1037"/>
          <ac:spMkLst>
            <pc:docMk/>
            <pc:sldMk cId="3390595401" sldId="259"/>
            <ac:spMk id="5" creationId="{6CDA92B8-F25D-3B56-E3C7-8CF969EEC939}"/>
          </ac:spMkLst>
        </pc:spChg>
        <pc:spChg chg="del mod">
          <ac:chgData name="François THIERY" userId="49d9e14f-09e0-4f81-ad6d-421fffe7070f" providerId="ADAL" clId="{1EAFC226-11D4-4628-84D5-D25FB09CCD2F}" dt="2026-07-08T14:15:01.680" v="3168"/>
          <ac:spMkLst>
            <pc:docMk/>
            <pc:sldMk cId="3390595401" sldId="259"/>
            <ac:spMk id="6" creationId="{EDFD1571-C11B-B80A-BE2B-1813073098DE}"/>
          </ac:spMkLst>
        </pc:spChg>
        <pc:spChg chg="mod">
          <ac:chgData name="François THIERY" userId="49d9e14f-09e0-4f81-ad6d-421fffe7070f" providerId="ADAL" clId="{1EAFC226-11D4-4628-84D5-D25FB09CCD2F}" dt="2026-07-08T14:15:40.003" v="3322" actId="1036"/>
          <ac:spMkLst>
            <pc:docMk/>
            <pc:sldMk cId="3390595401" sldId="259"/>
            <ac:spMk id="8" creationId="{6ABC379E-7F99-F980-6992-BEA0DFA5749C}"/>
          </ac:spMkLst>
        </pc:spChg>
        <pc:graphicFrameChg chg="mod modGraphic">
          <ac:chgData name="François THIERY" userId="49d9e14f-09e0-4f81-ad6d-421fffe7070f" providerId="ADAL" clId="{1EAFC226-11D4-4628-84D5-D25FB09CCD2F}" dt="2026-07-08T14:15:34.506" v="3314"/>
          <ac:graphicFrameMkLst>
            <pc:docMk/>
            <pc:sldMk cId="3390595401" sldId="259"/>
            <ac:graphicFrameMk id="4" creationId="{7F26BC42-9100-96FC-B450-41EBCD06D5AE}"/>
          </ac:graphicFrameMkLst>
        </pc:graphicFrameChg>
      </pc:sldChg>
      <pc:sldChg chg="modSp mod">
        <pc:chgData name="François THIERY" userId="49d9e14f-09e0-4f81-ad6d-421fffe7070f" providerId="ADAL" clId="{1EAFC226-11D4-4628-84D5-D25FB09CCD2F}" dt="2026-07-08T14:16:26.526" v="3367" actId="255"/>
        <pc:sldMkLst>
          <pc:docMk/>
          <pc:sldMk cId="2966924134" sldId="261"/>
        </pc:sldMkLst>
        <pc:spChg chg="mod">
          <ac:chgData name="François THIERY" userId="49d9e14f-09e0-4f81-ad6d-421fffe7070f" providerId="ADAL" clId="{1EAFC226-11D4-4628-84D5-D25FB09CCD2F}" dt="2026-07-08T14:16:26.526" v="3367" actId="255"/>
          <ac:spMkLst>
            <pc:docMk/>
            <pc:sldMk cId="2966924134" sldId="261"/>
            <ac:spMk id="3" creationId="{C389BC1E-0AB0-D486-7C19-C2A63B594A42}"/>
          </ac:spMkLst>
        </pc:spChg>
      </pc:sldChg>
      <pc:sldChg chg="modSp mod">
        <pc:chgData name="François THIERY" userId="49d9e14f-09e0-4f81-ad6d-421fffe7070f" providerId="ADAL" clId="{1EAFC226-11D4-4628-84D5-D25FB09CCD2F}" dt="2026-07-08T14:16:55.989" v="3391" actId="255"/>
        <pc:sldMkLst>
          <pc:docMk/>
          <pc:sldMk cId="4011506954" sldId="262"/>
        </pc:sldMkLst>
        <pc:spChg chg="mod">
          <ac:chgData name="François THIERY" userId="49d9e14f-09e0-4f81-ad6d-421fffe7070f" providerId="ADAL" clId="{1EAFC226-11D4-4628-84D5-D25FB09CCD2F}" dt="2026-07-08T14:16:55.989" v="3391" actId="255"/>
          <ac:spMkLst>
            <pc:docMk/>
            <pc:sldMk cId="4011506954" sldId="262"/>
            <ac:spMk id="3" creationId="{C8D4FFEE-E74E-68D6-7FDD-86E336E33049}"/>
          </ac:spMkLst>
        </pc:spChg>
      </pc:sldChg>
      <pc:sldChg chg="add del">
        <pc:chgData name="François THIERY" userId="49d9e14f-09e0-4f81-ad6d-421fffe7070f" providerId="ADAL" clId="{1EAFC226-11D4-4628-84D5-D25FB09CCD2F}" dt="2026-07-08T14:17:10.449" v="3394" actId="47"/>
        <pc:sldMkLst>
          <pc:docMk/>
          <pc:sldMk cId="2416514566" sldId="280"/>
        </pc:sldMkLst>
      </pc:sldChg>
      <pc:sldChg chg="add del">
        <pc:chgData name="François THIERY" userId="49d9e14f-09e0-4f81-ad6d-421fffe7070f" providerId="ADAL" clId="{1EAFC226-11D4-4628-84D5-D25FB09CCD2F}" dt="2026-07-08T14:17:07.610" v="3393" actId="47"/>
        <pc:sldMkLst>
          <pc:docMk/>
          <pc:sldMk cId="3959739103" sldId="390"/>
        </pc:sldMkLst>
      </pc:sldChg>
      <pc:sldChg chg="modSp new mod">
        <pc:chgData name="François THIERY" userId="49d9e14f-09e0-4f81-ad6d-421fffe7070f" providerId="ADAL" clId="{1EAFC226-11D4-4628-84D5-D25FB09CCD2F}" dt="2026-07-08T14:17:38.709" v="3425" actId="404"/>
        <pc:sldMkLst>
          <pc:docMk/>
          <pc:sldMk cId="2656939072" sldId="391"/>
        </pc:sldMkLst>
        <pc:spChg chg="mod">
          <ac:chgData name="François THIERY" userId="49d9e14f-09e0-4f81-ad6d-421fffe7070f" providerId="ADAL" clId="{1EAFC226-11D4-4628-84D5-D25FB09CCD2F}" dt="2026-07-08T14:17:25.025" v="3397" actId="27636"/>
          <ac:spMkLst>
            <pc:docMk/>
            <pc:sldMk cId="2656939072" sldId="391"/>
            <ac:spMk id="2" creationId="{46FCF28A-CF44-4BD7-30CA-4E8FFF25A806}"/>
          </ac:spMkLst>
        </pc:spChg>
        <pc:spChg chg="mod">
          <ac:chgData name="François THIERY" userId="49d9e14f-09e0-4f81-ad6d-421fffe7070f" providerId="ADAL" clId="{1EAFC226-11D4-4628-84D5-D25FB09CCD2F}" dt="2026-07-08T14:17:38.709" v="3425" actId="404"/>
          <ac:spMkLst>
            <pc:docMk/>
            <pc:sldMk cId="2656939072" sldId="391"/>
            <ac:spMk id="3" creationId="{6BCB3126-8844-9076-B9B1-0FF503509103}"/>
          </ac:spMkLst>
        </pc:spChg>
      </pc:sldChg>
      <pc:sldChg chg="addSp delSp modSp new del mod">
        <pc:chgData name="François THIERY" userId="49d9e14f-09e0-4f81-ad6d-421fffe7070f" providerId="ADAL" clId="{1EAFC226-11D4-4628-84D5-D25FB09CCD2F}" dt="2026-07-08T15:48:13.314" v="3722" actId="47"/>
        <pc:sldMkLst>
          <pc:docMk/>
          <pc:sldMk cId="1218802368" sldId="392"/>
        </pc:sldMkLst>
        <pc:spChg chg="add del mod">
          <ac:chgData name="François THIERY" userId="49d9e14f-09e0-4f81-ad6d-421fffe7070f" providerId="ADAL" clId="{1EAFC226-11D4-4628-84D5-D25FB09CCD2F}" dt="2026-07-08T15:47:20.934" v="3694" actId="27636"/>
          <ac:spMkLst>
            <pc:docMk/>
            <pc:sldMk cId="1218802368" sldId="392"/>
            <ac:spMk id="2" creationId="{555EAB82-A735-B645-29B2-041EA7B3D897}"/>
          </ac:spMkLst>
        </pc:spChg>
        <pc:spChg chg="add del">
          <ac:chgData name="François THIERY" userId="49d9e14f-09e0-4f81-ad6d-421fffe7070f" providerId="ADAL" clId="{1EAFC226-11D4-4628-84D5-D25FB09CCD2F}" dt="2026-07-08T15:47:05.255" v="3691" actId="478"/>
          <ac:spMkLst>
            <pc:docMk/>
            <pc:sldMk cId="1218802368" sldId="392"/>
            <ac:spMk id="3" creationId="{72D82BD6-00B8-458A-5656-13C4BA651C13}"/>
          </ac:spMkLst>
        </pc:spChg>
      </pc:sldChg>
      <pc:sldChg chg="new del">
        <pc:chgData name="François THIERY" userId="49d9e14f-09e0-4f81-ad6d-421fffe7070f" providerId="ADAL" clId="{1EAFC226-11D4-4628-84D5-D25FB09CCD2F}" dt="2026-07-08T15:09:19.130" v="3545" actId="47"/>
        <pc:sldMkLst>
          <pc:docMk/>
          <pc:sldMk cId="2185018260" sldId="392"/>
        </pc:sldMkLst>
      </pc:sldChg>
      <pc:sldChg chg="new">
        <pc:chgData name="François THIERY" userId="49d9e14f-09e0-4f81-ad6d-421fffe7070f" providerId="ADAL" clId="{1EAFC226-11D4-4628-84D5-D25FB09CCD2F}" dt="2026-07-08T15:48:19.449" v="3723" actId="680"/>
        <pc:sldMkLst>
          <pc:docMk/>
          <pc:sldMk cId="2242259092" sldId="392"/>
        </pc:sldMkLst>
      </pc:sldChg>
      <pc:sldChg chg="modSp new del mod">
        <pc:chgData name="François THIERY" userId="49d9e14f-09e0-4f81-ad6d-421fffe7070f" providerId="ADAL" clId="{1EAFC226-11D4-4628-84D5-D25FB09CCD2F}" dt="2026-07-08T15:43:31.484" v="3555" actId="47"/>
        <pc:sldMkLst>
          <pc:docMk/>
          <pc:sldMk cId="4177521291" sldId="392"/>
        </pc:sldMkLst>
        <pc:spChg chg="mod">
          <ac:chgData name="François THIERY" userId="49d9e14f-09e0-4f81-ad6d-421fffe7070f" providerId="ADAL" clId="{1EAFC226-11D4-4628-84D5-D25FB09CCD2F}" dt="2026-07-08T15:09:34.234" v="3550" actId="20577"/>
          <ac:spMkLst>
            <pc:docMk/>
            <pc:sldMk cId="4177521291" sldId="392"/>
            <ac:spMk id="4" creationId="{11AA78BB-1F6A-5EB6-1AEB-BB968C78CE59}"/>
          </ac:spMkLst>
        </pc:spChg>
        <pc:spChg chg="mod">
          <ac:chgData name="François THIERY" userId="49d9e14f-09e0-4f81-ad6d-421fffe7070f" providerId="ADAL" clId="{1EAFC226-11D4-4628-84D5-D25FB09CCD2F}" dt="2026-07-08T15:09:47.313" v="3551"/>
          <ac:spMkLst>
            <pc:docMk/>
            <pc:sldMk cId="4177521291" sldId="392"/>
            <ac:spMk id="5" creationId="{D20C1DD9-7F75-A628-1C3F-53B36F02F488}"/>
          </ac:spMkLst>
        </pc:spChg>
      </pc:sldChg>
      <pc:sldChg chg="add del">
        <pc:chgData name="François THIERY" userId="49d9e14f-09e0-4f81-ad6d-421fffe7070f" providerId="ADAL" clId="{1EAFC226-11D4-4628-84D5-D25FB09CCD2F}" dt="2026-07-08T14:17:10.449" v="3394" actId="47"/>
        <pc:sldMkLst>
          <pc:docMk/>
          <pc:sldMk cId="3771967884" sldId="393"/>
        </pc:sldMkLst>
      </pc:sldChg>
      <pc:sldChg chg="add del">
        <pc:chgData name="François THIERY" userId="49d9e14f-09e0-4f81-ad6d-421fffe7070f" providerId="ADAL" clId="{1EAFC226-11D4-4628-84D5-D25FB09CCD2F}" dt="2026-07-08T14:17:10.449" v="3394" actId="47"/>
        <pc:sldMkLst>
          <pc:docMk/>
          <pc:sldMk cId="3599665726" sldId="394"/>
        </pc:sldMkLst>
      </pc:sldChg>
      <pc:sldChg chg="add del">
        <pc:chgData name="François THIERY" userId="49d9e14f-09e0-4f81-ad6d-421fffe7070f" providerId="ADAL" clId="{1EAFC226-11D4-4628-84D5-D25FB09CCD2F}" dt="2026-07-08T14:17:10.449" v="3394" actId="47"/>
        <pc:sldMkLst>
          <pc:docMk/>
          <pc:sldMk cId="1475718250" sldId="395"/>
        </pc:sldMkLst>
      </pc:sldChg>
      <pc:sldChg chg="add del">
        <pc:chgData name="François THIERY" userId="49d9e14f-09e0-4f81-ad6d-421fffe7070f" providerId="ADAL" clId="{1EAFC226-11D4-4628-84D5-D25FB09CCD2F}" dt="2026-07-08T14:17:10.449" v="3394" actId="47"/>
        <pc:sldMkLst>
          <pc:docMk/>
          <pc:sldMk cId="1492384477" sldId="396"/>
        </pc:sldMkLst>
      </pc:sldChg>
      <pc:sldChg chg="del">
        <pc:chgData name="François THIERY" userId="49d9e14f-09e0-4f81-ad6d-421fffe7070f" providerId="ADAL" clId="{1EAFC226-11D4-4628-84D5-D25FB09CCD2F}" dt="2026-07-08T14:16:34.809" v="3369" actId="47"/>
        <pc:sldMkLst>
          <pc:docMk/>
          <pc:sldMk cId="2497006812" sldId="402"/>
        </pc:sldMkLst>
      </pc:sldChg>
      <pc:sldChg chg="modSp del mod">
        <pc:chgData name="François THIERY" userId="49d9e14f-09e0-4f81-ad6d-421fffe7070f" providerId="ADAL" clId="{1EAFC226-11D4-4628-84D5-D25FB09CCD2F}" dt="2026-07-08T14:16:32.497" v="3368" actId="47"/>
        <pc:sldMkLst>
          <pc:docMk/>
          <pc:sldMk cId="334424331" sldId="403"/>
        </pc:sldMkLst>
        <pc:spChg chg="mod">
          <ac:chgData name="François THIERY" userId="49d9e14f-09e0-4f81-ad6d-421fffe7070f" providerId="ADAL" clId="{1EAFC226-11D4-4628-84D5-D25FB09CCD2F}" dt="2026-07-08T14:16:21.946" v="3365" actId="2711"/>
          <ac:spMkLst>
            <pc:docMk/>
            <pc:sldMk cId="334424331" sldId="403"/>
            <ac:spMk id="3" creationId="{B97E5D31-B29C-BD00-2AC2-EAFFC4A90E4A}"/>
          </ac:spMkLst>
        </pc:spChg>
      </pc:sldChg>
      <pc:sldChg chg="add del">
        <pc:chgData name="François THIERY" userId="49d9e14f-09e0-4f81-ad6d-421fffe7070f" providerId="ADAL" clId="{1EAFC226-11D4-4628-84D5-D25FB09CCD2F}" dt="2026-07-08T14:17:10.449" v="3394" actId="47"/>
        <pc:sldMkLst>
          <pc:docMk/>
          <pc:sldMk cId="1032146076" sldId="404"/>
        </pc:sldMkLst>
      </pc:sldChg>
      <pc:sldChg chg="add del">
        <pc:chgData name="François THIERY" userId="49d9e14f-09e0-4f81-ad6d-421fffe7070f" providerId="ADAL" clId="{1EAFC226-11D4-4628-84D5-D25FB09CCD2F}" dt="2026-07-08T14:17:10.449" v="3394" actId="47"/>
        <pc:sldMkLst>
          <pc:docMk/>
          <pc:sldMk cId="912816543" sldId="405"/>
        </pc:sldMkLst>
      </pc:sldChg>
      <pc:sldChg chg="add del">
        <pc:chgData name="François THIERY" userId="49d9e14f-09e0-4f81-ad6d-421fffe7070f" providerId="ADAL" clId="{1EAFC226-11D4-4628-84D5-D25FB09CCD2F}" dt="2026-07-08T14:17:10.449" v="3394" actId="47"/>
        <pc:sldMkLst>
          <pc:docMk/>
          <pc:sldMk cId="1533391669" sldId="406"/>
        </pc:sldMkLst>
      </pc:sldChg>
      <pc:sldChg chg="add del">
        <pc:chgData name="François THIERY" userId="49d9e14f-09e0-4f81-ad6d-421fffe7070f" providerId="ADAL" clId="{1EAFC226-11D4-4628-84D5-D25FB09CCD2F}" dt="2026-07-08T14:17:10.449" v="3394" actId="47"/>
        <pc:sldMkLst>
          <pc:docMk/>
          <pc:sldMk cId="483097365" sldId="407"/>
        </pc:sldMkLst>
      </pc:sldChg>
      <pc:sldChg chg="add del">
        <pc:chgData name="François THIERY" userId="49d9e14f-09e0-4f81-ad6d-421fffe7070f" providerId="ADAL" clId="{1EAFC226-11D4-4628-84D5-D25FB09CCD2F}" dt="2026-07-08T14:17:10.449" v="3394" actId="47"/>
        <pc:sldMkLst>
          <pc:docMk/>
          <pc:sldMk cId="1106988028" sldId="408"/>
        </pc:sldMkLst>
      </pc:sldChg>
      <pc:sldMasterChg chg="addSldLayout modSldLayout sldLayoutOrd">
        <pc:chgData name="François THIERY" userId="49d9e14f-09e0-4f81-ad6d-421fffe7070f" providerId="ADAL" clId="{1EAFC226-11D4-4628-84D5-D25FB09CCD2F}" dt="2026-07-09T17:01:23.298" v="3838" actId="14100"/>
        <pc:sldMasterMkLst>
          <pc:docMk/>
          <pc:sldMasterMk cId="998767469" sldId="2147483672"/>
        </pc:sldMasterMkLst>
        <pc:sldLayoutChg chg="modSp mod">
          <pc:chgData name="François THIERY" userId="49d9e14f-09e0-4f81-ad6d-421fffe7070f" providerId="ADAL" clId="{1EAFC226-11D4-4628-84D5-D25FB09CCD2F}" dt="2026-07-09T15:37:24.291" v="3836" actId="947"/>
          <pc:sldLayoutMkLst>
            <pc:docMk/>
            <pc:sldMasterMk cId="998767469" sldId="2147483672"/>
            <pc:sldLayoutMk cId="647651248" sldId="2147483673"/>
          </pc:sldLayoutMkLst>
          <pc:spChg chg="mod">
            <ac:chgData name="François THIERY" userId="49d9e14f-09e0-4f81-ad6d-421fffe7070f" providerId="ADAL" clId="{1EAFC226-11D4-4628-84D5-D25FB09CCD2F}" dt="2026-07-09T15:36:57.161" v="3834" actId="947"/>
            <ac:spMkLst>
              <pc:docMk/>
              <pc:sldMasterMk cId="998767469" sldId="2147483672"/>
              <pc:sldLayoutMk cId="647651248" sldId="2147483673"/>
              <ac:spMk id="3" creationId="{6442B428-71FE-57CD-6747-E727DF40D1CB}"/>
            </ac:spMkLst>
          </pc:spChg>
          <pc:spChg chg="mod">
            <ac:chgData name="François THIERY" userId="49d9e14f-09e0-4f81-ad6d-421fffe7070f" providerId="ADAL" clId="{1EAFC226-11D4-4628-84D5-D25FB09CCD2F}" dt="2026-07-09T15:37:07.606" v="3835" actId="947"/>
            <ac:spMkLst>
              <pc:docMk/>
              <pc:sldMasterMk cId="998767469" sldId="2147483672"/>
              <pc:sldLayoutMk cId="647651248" sldId="2147483673"/>
              <ac:spMk id="4" creationId="{F5517450-787D-B4E6-8E16-BE0D553D9EFA}"/>
            </ac:spMkLst>
          </pc:spChg>
          <pc:spChg chg="mod">
            <ac:chgData name="François THIERY" userId="49d9e14f-09e0-4f81-ad6d-421fffe7070f" providerId="ADAL" clId="{1EAFC226-11D4-4628-84D5-D25FB09CCD2F}" dt="2026-07-09T15:36:48.941" v="3833" actId="947"/>
            <ac:spMkLst>
              <pc:docMk/>
              <pc:sldMasterMk cId="998767469" sldId="2147483672"/>
              <pc:sldLayoutMk cId="647651248" sldId="2147483673"/>
              <ac:spMk id="6" creationId="{223882F2-A4E8-E463-7AB3-E1137B623077}"/>
            </ac:spMkLst>
          </pc:spChg>
          <pc:spChg chg="mod">
            <ac:chgData name="François THIERY" userId="49d9e14f-09e0-4f81-ad6d-421fffe7070f" providerId="ADAL" clId="{1EAFC226-11D4-4628-84D5-D25FB09CCD2F}" dt="2026-07-09T15:36:27.601" v="3830" actId="947"/>
            <ac:spMkLst>
              <pc:docMk/>
              <pc:sldMasterMk cId="998767469" sldId="2147483672"/>
              <pc:sldLayoutMk cId="647651248" sldId="2147483673"/>
              <ac:spMk id="14" creationId="{FF112FCC-54F9-DA6A-4FAE-C6320220F024}"/>
            </ac:spMkLst>
          </pc:spChg>
          <pc:spChg chg="mod">
            <ac:chgData name="François THIERY" userId="49d9e14f-09e0-4f81-ad6d-421fffe7070f" providerId="ADAL" clId="{1EAFC226-11D4-4628-84D5-D25FB09CCD2F}" dt="2026-07-09T15:36:14.979" v="3828" actId="2711"/>
            <ac:spMkLst>
              <pc:docMk/>
              <pc:sldMasterMk cId="998767469" sldId="2147483672"/>
              <pc:sldLayoutMk cId="647651248" sldId="2147483673"/>
              <ac:spMk id="18" creationId="{C724FC24-77E8-88FA-DAF9-4CEEDAF9C157}"/>
            </ac:spMkLst>
          </pc:spChg>
          <pc:spChg chg="mod">
            <ac:chgData name="François THIERY" userId="49d9e14f-09e0-4f81-ad6d-421fffe7070f" providerId="ADAL" clId="{1EAFC226-11D4-4628-84D5-D25FB09CCD2F}" dt="2026-07-09T15:37:24.291" v="3836" actId="947"/>
            <ac:spMkLst>
              <pc:docMk/>
              <pc:sldMasterMk cId="998767469" sldId="2147483672"/>
              <pc:sldLayoutMk cId="647651248" sldId="2147483673"/>
              <ac:spMk id="19" creationId="{D81FA809-F061-88CE-AD0D-CA176188D8B1}"/>
            </ac:spMkLst>
          </pc:spChg>
          <pc:spChg chg="mod">
            <ac:chgData name="François THIERY" userId="49d9e14f-09e0-4f81-ad6d-421fffe7070f" providerId="ADAL" clId="{1EAFC226-11D4-4628-84D5-D25FB09CCD2F}" dt="2026-07-09T15:36:33.387" v="3831" actId="947"/>
            <ac:spMkLst>
              <pc:docMk/>
              <pc:sldMasterMk cId="998767469" sldId="2147483672"/>
              <pc:sldLayoutMk cId="647651248" sldId="2147483673"/>
              <ac:spMk id="29" creationId="{C1CB6706-EDB1-1915-9F0C-C1370D93BB0B}"/>
            </ac:spMkLst>
          </pc:spChg>
          <pc:spChg chg="mod">
            <ac:chgData name="François THIERY" userId="49d9e14f-09e0-4f81-ad6d-421fffe7070f" providerId="ADAL" clId="{1EAFC226-11D4-4628-84D5-D25FB09CCD2F}" dt="2026-07-09T15:36:21.141" v="3829" actId="947"/>
            <ac:spMkLst>
              <pc:docMk/>
              <pc:sldMasterMk cId="998767469" sldId="2147483672"/>
              <pc:sldLayoutMk cId="647651248" sldId="2147483673"/>
              <ac:spMk id="30" creationId="{050494B7-29D3-D128-B35C-D10E7252ADAD}"/>
            </ac:spMkLst>
          </pc:spChg>
          <pc:spChg chg="mod">
            <ac:chgData name="François THIERY" userId="49d9e14f-09e0-4f81-ad6d-421fffe7070f" providerId="ADAL" clId="{1EAFC226-11D4-4628-84D5-D25FB09CCD2F}" dt="2026-07-09T15:36:42.260" v="3832" actId="947"/>
            <ac:spMkLst>
              <pc:docMk/>
              <pc:sldMasterMk cId="998767469" sldId="2147483672"/>
              <pc:sldLayoutMk cId="647651248" sldId="2147483673"/>
              <ac:spMk id="31" creationId="{1A16A519-7EB8-18E0-F423-43829FD47B88}"/>
            </ac:spMkLst>
          </pc:spChg>
        </pc:sldLayoutChg>
        <pc:sldLayoutChg chg="modSp mod">
          <pc:chgData name="François THIERY" userId="49d9e14f-09e0-4f81-ad6d-421fffe7070f" providerId="ADAL" clId="{1EAFC226-11D4-4628-84D5-D25FB09CCD2F}" dt="2026-07-09T17:01:23.298" v="3838" actId="14100"/>
          <pc:sldLayoutMkLst>
            <pc:docMk/>
            <pc:sldMasterMk cId="998767469" sldId="2147483672"/>
            <pc:sldLayoutMk cId="2553854360" sldId="2147483685"/>
          </pc:sldLayoutMkLst>
          <pc:spChg chg="mod">
            <ac:chgData name="François THIERY" userId="49d9e14f-09e0-4f81-ad6d-421fffe7070f" providerId="ADAL" clId="{1EAFC226-11D4-4628-84D5-D25FB09CCD2F}" dt="2026-07-09T17:01:23.298" v="3838" actId="14100"/>
            <ac:spMkLst>
              <pc:docMk/>
              <pc:sldMasterMk cId="998767469" sldId="2147483672"/>
              <pc:sldLayoutMk cId="2553854360" sldId="2147483685"/>
              <ac:spMk id="6" creationId="{1199785F-868A-EFB7-2816-EC18819373D0}"/>
            </ac:spMkLst>
          </pc:spChg>
        </pc:sldLayoutChg>
        <pc:sldLayoutChg chg="modSp mod">
          <pc:chgData name="François THIERY" userId="49d9e14f-09e0-4f81-ad6d-421fffe7070f" providerId="ADAL" clId="{1EAFC226-11D4-4628-84D5-D25FB09CCD2F}" dt="2026-07-08T14:04:26.593" v="2950" actId="1036"/>
          <pc:sldLayoutMkLst>
            <pc:docMk/>
            <pc:sldMasterMk cId="998767469" sldId="2147483672"/>
            <pc:sldLayoutMk cId="341556703" sldId="2147483687"/>
          </pc:sldLayoutMkLst>
          <pc:spChg chg="mod">
            <ac:chgData name="François THIERY" userId="49d9e14f-09e0-4f81-ad6d-421fffe7070f" providerId="ADAL" clId="{1EAFC226-11D4-4628-84D5-D25FB09CCD2F}" dt="2026-07-08T14:04:26.593" v="2950" actId="1036"/>
            <ac:spMkLst>
              <pc:docMk/>
              <pc:sldMasterMk cId="998767469" sldId="2147483672"/>
              <pc:sldLayoutMk cId="341556703" sldId="2147483687"/>
              <ac:spMk id="2" creationId="{92261293-BBC9-8EEC-0B5F-4E29868720D5}"/>
            </ac:spMkLst>
          </pc:spChg>
          <pc:spChg chg="mod">
            <ac:chgData name="François THIERY" userId="49d9e14f-09e0-4f81-ad6d-421fffe7070f" providerId="ADAL" clId="{1EAFC226-11D4-4628-84D5-D25FB09CCD2F}" dt="2026-07-08T14:04:26.593" v="2950" actId="1036"/>
            <ac:spMkLst>
              <pc:docMk/>
              <pc:sldMasterMk cId="998767469" sldId="2147483672"/>
              <pc:sldLayoutMk cId="341556703" sldId="2147483687"/>
              <ac:spMk id="3" creationId="{39EE30D6-C112-03DE-7398-CF743EE2E3ED}"/>
            </ac:spMkLst>
          </pc:spChg>
          <pc:spChg chg="mod">
            <ac:chgData name="François THIERY" userId="49d9e14f-09e0-4f81-ad6d-421fffe7070f" providerId="ADAL" clId="{1EAFC226-11D4-4628-84D5-D25FB09CCD2F}" dt="2026-07-08T14:02:43.557" v="2930" actId="3064"/>
            <ac:spMkLst>
              <pc:docMk/>
              <pc:sldMasterMk cId="998767469" sldId="2147483672"/>
              <pc:sldLayoutMk cId="341556703" sldId="2147483687"/>
              <ac:spMk id="14" creationId="{FF112FCC-54F9-DA6A-4FAE-C6320220F024}"/>
            </ac:spMkLst>
          </pc:spChg>
        </pc:sldLayoutChg>
        <pc:sldLayoutChg chg="modSp mod">
          <pc:chgData name="François THIERY" userId="49d9e14f-09e0-4f81-ad6d-421fffe7070f" providerId="ADAL" clId="{1EAFC226-11D4-4628-84D5-D25FB09CCD2F}" dt="2026-07-08T14:04:45.442" v="2958" actId="1036"/>
          <pc:sldLayoutMkLst>
            <pc:docMk/>
            <pc:sldMasterMk cId="998767469" sldId="2147483672"/>
            <pc:sldLayoutMk cId="3259541668" sldId="2147483688"/>
          </pc:sldLayoutMkLst>
          <pc:spChg chg="mod">
            <ac:chgData name="François THIERY" userId="49d9e14f-09e0-4f81-ad6d-421fffe7070f" providerId="ADAL" clId="{1EAFC226-11D4-4628-84D5-D25FB09CCD2F}" dt="2026-07-08T14:04:45.442" v="2958" actId="1036"/>
            <ac:spMkLst>
              <pc:docMk/>
              <pc:sldMasterMk cId="998767469" sldId="2147483672"/>
              <pc:sldLayoutMk cId="3259541668" sldId="2147483688"/>
              <ac:spMk id="2" creationId="{AA0DEB71-50E9-4C03-C0FA-72D769E6F4B0}"/>
            </ac:spMkLst>
          </pc:spChg>
          <pc:spChg chg="mod">
            <ac:chgData name="François THIERY" userId="49d9e14f-09e0-4f81-ad6d-421fffe7070f" providerId="ADAL" clId="{1EAFC226-11D4-4628-84D5-D25FB09CCD2F}" dt="2026-07-08T14:03:36.065" v="2934" actId="3064"/>
            <ac:spMkLst>
              <pc:docMk/>
              <pc:sldMasterMk cId="998767469" sldId="2147483672"/>
              <pc:sldLayoutMk cId="3259541668" sldId="2147483688"/>
              <ac:spMk id="14" creationId="{FF112FCC-54F9-DA6A-4FAE-C6320220F024}"/>
            </ac:spMkLst>
          </pc:spChg>
        </pc:sldLayoutChg>
        <pc:sldLayoutChg chg="modSp mod">
          <pc:chgData name="François THIERY" userId="49d9e14f-09e0-4f81-ad6d-421fffe7070f" providerId="ADAL" clId="{1EAFC226-11D4-4628-84D5-D25FB09CCD2F}" dt="2026-07-08T14:04:02.473" v="2940" actId="1036"/>
          <pc:sldLayoutMkLst>
            <pc:docMk/>
            <pc:sldMasterMk cId="998767469" sldId="2147483672"/>
            <pc:sldLayoutMk cId="4094485044" sldId="2147483689"/>
          </pc:sldLayoutMkLst>
          <pc:spChg chg="mod">
            <ac:chgData name="François THIERY" userId="49d9e14f-09e0-4f81-ad6d-421fffe7070f" providerId="ADAL" clId="{1EAFC226-11D4-4628-84D5-D25FB09CCD2F}" dt="2026-07-08T14:04:02.473" v="2940" actId="1036"/>
            <ac:spMkLst>
              <pc:docMk/>
              <pc:sldMasterMk cId="998767469" sldId="2147483672"/>
              <pc:sldLayoutMk cId="4094485044" sldId="2147483689"/>
              <ac:spMk id="2" creationId="{E0B75037-69EB-E328-DA6A-F5DDB946109B}"/>
            </ac:spMkLst>
          </pc:spChg>
          <pc:spChg chg="mod">
            <ac:chgData name="François THIERY" userId="49d9e14f-09e0-4f81-ad6d-421fffe7070f" providerId="ADAL" clId="{1EAFC226-11D4-4628-84D5-D25FB09CCD2F}" dt="2026-07-08T14:04:02.473" v="2940" actId="1036"/>
            <ac:spMkLst>
              <pc:docMk/>
              <pc:sldMasterMk cId="998767469" sldId="2147483672"/>
              <pc:sldLayoutMk cId="4094485044" sldId="2147483689"/>
              <ac:spMk id="3" creationId="{10B1AFA0-04BF-8DA4-4867-74536EB9EE76}"/>
            </ac:spMkLst>
          </pc:spChg>
          <pc:spChg chg="mod">
            <ac:chgData name="François THIERY" userId="49d9e14f-09e0-4f81-ad6d-421fffe7070f" providerId="ADAL" clId="{1EAFC226-11D4-4628-84D5-D25FB09CCD2F}" dt="2026-07-08T14:02:03.022" v="2925" actId="3064"/>
            <ac:spMkLst>
              <pc:docMk/>
              <pc:sldMasterMk cId="998767469" sldId="2147483672"/>
              <pc:sldLayoutMk cId="4094485044" sldId="2147483689"/>
              <ac:spMk id="14" creationId="{FF112FCC-54F9-DA6A-4FAE-C6320220F024}"/>
            </ac:spMkLst>
          </pc:spChg>
        </pc:sldLayoutChg>
        <pc:sldLayoutChg chg="modSp mod">
          <pc:chgData name="François THIERY" userId="49d9e14f-09e0-4f81-ad6d-421fffe7070f" providerId="ADAL" clId="{1EAFC226-11D4-4628-84D5-D25FB09CCD2F}" dt="2026-07-08T14:04:06.657" v="2942" actId="1036"/>
          <pc:sldLayoutMkLst>
            <pc:docMk/>
            <pc:sldMasterMk cId="998767469" sldId="2147483672"/>
            <pc:sldLayoutMk cId="3097231241" sldId="2147483691"/>
          </pc:sldLayoutMkLst>
          <pc:spChg chg="mod">
            <ac:chgData name="François THIERY" userId="49d9e14f-09e0-4f81-ad6d-421fffe7070f" providerId="ADAL" clId="{1EAFC226-11D4-4628-84D5-D25FB09CCD2F}" dt="2026-07-08T14:04:06.657" v="2942" actId="1036"/>
            <ac:spMkLst>
              <pc:docMk/>
              <pc:sldMasterMk cId="998767469" sldId="2147483672"/>
              <pc:sldLayoutMk cId="3097231241" sldId="2147483691"/>
              <ac:spMk id="2" creationId="{23216B56-48B5-9C7C-FCF5-6868F43EF710}"/>
            </ac:spMkLst>
          </pc:spChg>
          <pc:spChg chg="mod">
            <ac:chgData name="François THIERY" userId="49d9e14f-09e0-4f81-ad6d-421fffe7070f" providerId="ADAL" clId="{1EAFC226-11D4-4628-84D5-D25FB09CCD2F}" dt="2026-07-08T14:04:06.657" v="2942" actId="1036"/>
            <ac:spMkLst>
              <pc:docMk/>
              <pc:sldMasterMk cId="998767469" sldId="2147483672"/>
              <pc:sldLayoutMk cId="3097231241" sldId="2147483691"/>
              <ac:spMk id="3" creationId="{42E08557-FA5A-7EAF-5A4B-B9E16A873AEC}"/>
            </ac:spMkLst>
          </pc:spChg>
          <pc:spChg chg="mod">
            <ac:chgData name="François THIERY" userId="49d9e14f-09e0-4f81-ad6d-421fffe7070f" providerId="ADAL" clId="{1EAFC226-11D4-4628-84D5-D25FB09CCD2F}" dt="2026-07-08T14:02:09.340" v="2926" actId="3064"/>
            <ac:spMkLst>
              <pc:docMk/>
              <pc:sldMasterMk cId="998767469" sldId="2147483672"/>
              <pc:sldLayoutMk cId="3097231241" sldId="2147483691"/>
              <ac:spMk id="31" creationId="{1A16A519-7EB8-18E0-F423-43829FD47B88}"/>
            </ac:spMkLst>
          </pc:spChg>
        </pc:sldLayoutChg>
        <pc:sldLayoutChg chg="modSp mod">
          <pc:chgData name="François THIERY" userId="49d9e14f-09e0-4f81-ad6d-421fffe7070f" providerId="ADAL" clId="{1EAFC226-11D4-4628-84D5-D25FB09CCD2F}" dt="2026-07-08T14:04:36.973" v="2954" actId="1036"/>
          <pc:sldLayoutMkLst>
            <pc:docMk/>
            <pc:sldMasterMk cId="998767469" sldId="2147483672"/>
            <pc:sldLayoutMk cId="1385064749" sldId="2147483692"/>
          </pc:sldLayoutMkLst>
          <pc:spChg chg="mod">
            <ac:chgData name="François THIERY" userId="49d9e14f-09e0-4f81-ad6d-421fffe7070f" providerId="ADAL" clId="{1EAFC226-11D4-4628-84D5-D25FB09CCD2F}" dt="2026-07-08T14:04:36.973" v="2954" actId="1036"/>
            <ac:spMkLst>
              <pc:docMk/>
              <pc:sldMasterMk cId="998767469" sldId="2147483672"/>
              <pc:sldLayoutMk cId="1385064749" sldId="2147483692"/>
              <ac:spMk id="2" creationId="{6CC3FEEF-7B6D-6C1F-B0D1-79EBDD3B5D0C}"/>
            </ac:spMkLst>
          </pc:spChg>
          <pc:spChg chg="mod">
            <ac:chgData name="François THIERY" userId="49d9e14f-09e0-4f81-ad6d-421fffe7070f" providerId="ADAL" clId="{1EAFC226-11D4-4628-84D5-D25FB09CCD2F}" dt="2026-07-08T14:04:36.973" v="2954" actId="1036"/>
            <ac:spMkLst>
              <pc:docMk/>
              <pc:sldMasterMk cId="998767469" sldId="2147483672"/>
              <pc:sldLayoutMk cId="1385064749" sldId="2147483692"/>
              <ac:spMk id="3" creationId="{95F6D14A-1DB7-D0FA-E09E-9FD63CA6101A}"/>
            </ac:spMkLst>
          </pc:spChg>
          <pc:spChg chg="mod">
            <ac:chgData name="François THIERY" userId="49d9e14f-09e0-4f81-ad6d-421fffe7070f" providerId="ADAL" clId="{1EAFC226-11D4-4628-84D5-D25FB09CCD2F}" dt="2026-07-08T14:03:11.182" v="2932" actId="3064"/>
            <ac:spMkLst>
              <pc:docMk/>
              <pc:sldMasterMk cId="998767469" sldId="2147483672"/>
              <pc:sldLayoutMk cId="1385064749" sldId="2147483692"/>
              <ac:spMk id="29" creationId="{C1CB6706-EDB1-1915-9F0C-C1370D93BB0B}"/>
            </ac:spMkLst>
          </pc:spChg>
        </pc:sldLayoutChg>
        <pc:sldLayoutChg chg="modSp mod">
          <pc:chgData name="François THIERY" userId="49d9e14f-09e0-4f81-ad6d-421fffe7070f" providerId="ADAL" clId="{1EAFC226-11D4-4628-84D5-D25FB09CCD2F}" dt="2026-07-08T14:04:41.923" v="2956" actId="1036"/>
          <pc:sldLayoutMkLst>
            <pc:docMk/>
            <pc:sldMasterMk cId="998767469" sldId="2147483672"/>
            <pc:sldLayoutMk cId="3318147708" sldId="2147483693"/>
          </pc:sldLayoutMkLst>
          <pc:spChg chg="mod">
            <ac:chgData name="François THIERY" userId="49d9e14f-09e0-4f81-ad6d-421fffe7070f" providerId="ADAL" clId="{1EAFC226-11D4-4628-84D5-D25FB09CCD2F}" dt="2026-07-08T14:03:22.076" v="2933" actId="3064"/>
            <ac:spMkLst>
              <pc:docMk/>
              <pc:sldMasterMk cId="998767469" sldId="2147483672"/>
              <pc:sldLayoutMk cId="3318147708" sldId="2147483693"/>
              <ac:spMk id="3" creationId="{BF3654F6-A8BE-EE08-7508-8DD3F7F593DE}"/>
            </ac:spMkLst>
          </pc:spChg>
          <pc:spChg chg="mod">
            <ac:chgData name="François THIERY" userId="49d9e14f-09e0-4f81-ad6d-421fffe7070f" providerId="ADAL" clId="{1EAFC226-11D4-4628-84D5-D25FB09CCD2F}" dt="2026-07-08T14:04:41.923" v="2956" actId="1036"/>
            <ac:spMkLst>
              <pc:docMk/>
              <pc:sldMasterMk cId="998767469" sldId="2147483672"/>
              <pc:sldLayoutMk cId="3318147708" sldId="2147483693"/>
              <ac:spMk id="6" creationId="{DFAF02E9-2FE8-A040-6E1D-64B7B8C250CF}"/>
            </ac:spMkLst>
          </pc:spChg>
          <pc:spChg chg="mod">
            <ac:chgData name="François THIERY" userId="49d9e14f-09e0-4f81-ad6d-421fffe7070f" providerId="ADAL" clId="{1EAFC226-11D4-4628-84D5-D25FB09CCD2F}" dt="2026-07-08T14:04:41.923" v="2956" actId="1036"/>
            <ac:spMkLst>
              <pc:docMk/>
              <pc:sldMasterMk cId="998767469" sldId="2147483672"/>
              <pc:sldLayoutMk cId="3318147708" sldId="2147483693"/>
              <ac:spMk id="7" creationId="{687DBBE4-0E88-2283-B385-24FF8898D180}"/>
            </ac:spMkLst>
          </pc:spChg>
          <pc:spChg chg="mod">
            <ac:chgData name="François THIERY" userId="49d9e14f-09e0-4f81-ad6d-421fffe7070f" providerId="ADAL" clId="{1EAFC226-11D4-4628-84D5-D25FB09CCD2F}" dt="2026-07-08T14:03:22.076" v="2933" actId="3064"/>
            <ac:spMkLst>
              <pc:docMk/>
              <pc:sldMasterMk cId="998767469" sldId="2147483672"/>
              <pc:sldLayoutMk cId="3318147708" sldId="2147483693"/>
              <ac:spMk id="29" creationId="{C1CB6706-EDB1-1915-9F0C-C1370D93BB0B}"/>
            </ac:spMkLst>
          </pc:spChg>
        </pc:sldLayoutChg>
        <pc:sldLayoutChg chg="modSp mod">
          <pc:chgData name="François THIERY" userId="49d9e14f-09e0-4f81-ad6d-421fffe7070f" providerId="ADAL" clId="{1EAFC226-11D4-4628-84D5-D25FB09CCD2F}" dt="2026-07-08T14:04:32.241" v="2952" actId="1036"/>
          <pc:sldLayoutMkLst>
            <pc:docMk/>
            <pc:sldMasterMk cId="998767469" sldId="2147483672"/>
            <pc:sldLayoutMk cId="458800800" sldId="2147483694"/>
          </pc:sldLayoutMkLst>
          <pc:spChg chg="mod">
            <ac:chgData name="François THIERY" userId="49d9e14f-09e0-4f81-ad6d-421fffe7070f" providerId="ADAL" clId="{1EAFC226-11D4-4628-84D5-D25FB09CCD2F}" dt="2026-07-08T14:03:01.844" v="2931" actId="3064"/>
            <ac:spMkLst>
              <pc:docMk/>
              <pc:sldMasterMk cId="998767469" sldId="2147483672"/>
              <pc:sldLayoutMk cId="458800800" sldId="2147483694"/>
              <ac:spMk id="3" creationId="{F722ACE8-AB28-8A79-114C-6CFA995F6ED0}"/>
            </ac:spMkLst>
          </pc:spChg>
          <pc:spChg chg="mod">
            <ac:chgData name="François THIERY" userId="49d9e14f-09e0-4f81-ad6d-421fffe7070f" providerId="ADAL" clId="{1EAFC226-11D4-4628-84D5-D25FB09CCD2F}" dt="2026-07-08T14:04:32.241" v="2952" actId="1036"/>
            <ac:spMkLst>
              <pc:docMk/>
              <pc:sldMasterMk cId="998767469" sldId="2147483672"/>
              <pc:sldLayoutMk cId="458800800" sldId="2147483694"/>
              <ac:spMk id="6" creationId="{5E205E49-7596-E8A4-E537-665B10004F8D}"/>
            </ac:spMkLst>
          </pc:spChg>
          <pc:spChg chg="mod">
            <ac:chgData name="François THIERY" userId="49d9e14f-09e0-4f81-ad6d-421fffe7070f" providerId="ADAL" clId="{1EAFC226-11D4-4628-84D5-D25FB09CCD2F}" dt="2026-07-08T14:04:32.241" v="2952" actId="1036"/>
            <ac:spMkLst>
              <pc:docMk/>
              <pc:sldMasterMk cId="998767469" sldId="2147483672"/>
              <pc:sldLayoutMk cId="458800800" sldId="2147483694"/>
              <ac:spMk id="7" creationId="{0FE1AE12-1E40-2B12-0902-83C0BE0989B5}"/>
            </ac:spMkLst>
          </pc:spChg>
          <pc:spChg chg="mod">
            <ac:chgData name="François THIERY" userId="49d9e14f-09e0-4f81-ad6d-421fffe7070f" providerId="ADAL" clId="{1EAFC226-11D4-4628-84D5-D25FB09CCD2F}" dt="2026-07-08T14:03:01.844" v="2931" actId="3064"/>
            <ac:spMkLst>
              <pc:docMk/>
              <pc:sldMasterMk cId="998767469" sldId="2147483672"/>
              <pc:sldLayoutMk cId="458800800" sldId="2147483694"/>
              <ac:spMk id="14" creationId="{FF112FCC-54F9-DA6A-4FAE-C6320220F024}"/>
            </ac:spMkLst>
          </pc:spChg>
        </pc:sldLayoutChg>
        <pc:sldLayoutChg chg="modSp mod">
          <pc:chgData name="François THIERY" userId="49d9e14f-09e0-4f81-ad6d-421fffe7070f" providerId="ADAL" clId="{1EAFC226-11D4-4628-84D5-D25FB09CCD2F}" dt="2026-07-08T14:04:16.722" v="2946" actId="1036"/>
          <pc:sldLayoutMkLst>
            <pc:docMk/>
            <pc:sldMasterMk cId="998767469" sldId="2147483672"/>
            <pc:sldLayoutMk cId="3545402789" sldId="2147483695"/>
          </pc:sldLayoutMkLst>
          <pc:spChg chg="mod">
            <ac:chgData name="François THIERY" userId="49d9e14f-09e0-4f81-ad6d-421fffe7070f" providerId="ADAL" clId="{1EAFC226-11D4-4628-84D5-D25FB09CCD2F}" dt="2026-07-08T14:04:16.722" v="2946" actId="1036"/>
            <ac:spMkLst>
              <pc:docMk/>
              <pc:sldMasterMk cId="998767469" sldId="2147483672"/>
              <pc:sldLayoutMk cId="3545402789" sldId="2147483695"/>
              <ac:spMk id="2" creationId="{293B7BB1-FD35-387F-E2B5-86F598F67615}"/>
            </ac:spMkLst>
          </pc:spChg>
          <pc:spChg chg="mod">
            <ac:chgData name="François THIERY" userId="49d9e14f-09e0-4f81-ad6d-421fffe7070f" providerId="ADAL" clId="{1EAFC226-11D4-4628-84D5-D25FB09CCD2F}" dt="2026-07-08T14:04:16.722" v="2946" actId="1036"/>
            <ac:spMkLst>
              <pc:docMk/>
              <pc:sldMasterMk cId="998767469" sldId="2147483672"/>
              <pc:sldLayoutMk cId="3545402789" sldId="2147483695"/>
              <ac:spMk id="3" creationId="{70176D7D-5C29-9837-D76A-2E440D0C3215}"/>
            </ac:spMkLst>
          </pc:spChg>
          <pc:spChg chg="mod">
            <ac:chgData name="François THIERY" userId="49d9e14f-09e0-4f81-ad6d-421fffe7070f" providerId="ADAL" clId="{1EAFC226-11D4-4628-84D5-D25FB09CCD2F}" dt="2026-07-08T14:02:24.621" v="2928" actId="3064"/>
            <ac:spMkLst>
              <pc:docMk/>
              <pc:sldMasterMk cId="998767469" sldId="2147483672"/>
              <pc:sldLayoutMk cId="3545402789" sldId="2147483695"/>
              <ac:spMk id="14" creationId="{FF112FCC-54F9-DA6A-4FAE-C6320220F024}"/>
            </ac:spMkLst>
          </pc:spChg>
        </pc:sldLayoutChg>
        <pc:sldLayoutChg chg="modSp mod">
          <pc:chgData name="François THIERY" userId="49d9e14f-09e0-4f81-ad6d-421fffe7070f" providerId="ADAL" clId="{1EAFC226-11D4-4628-84D5-D25FB09CCD2F}" dt="2026-07-08T14:04:12.163" v="2944" actId="1036"/>
          <pc:sldLayoutMkLst>
            <pc:docMk/>
            <pc:sldMasterMk cId="998767469" sldId="2147483672"/>
            <pc:sldLayoutMk cId="2240727222" sldId="2147483696"/>
          </pc:sldLayoutMkLst>
          <pc:spChg chg="mod">
            <ac:chgData name="François THIERY" userId="49d9e14f-09e0-4f81-ad6d-421fffe7070f" providerId="ADAL" clId="{1EAFC226-11D4-4628-84D5-D25FB09CCD2F}" dt="2026-07-08T14:04:12.163" v="2944" actId="1036"/>
            <ac:spMkLst>
              <pc:docMk/>
              <pc:sldMasterMk cId="998767469" sldId="2147483672"/>
              <pc:sldLayoutMk cId="2240727222" sldId="2147483696"/>
              <ac:spMk id="2" creationId="{EC802057-1AF6-B562-0252-8E2CA76BAC9E}"/>
            </ac:spMkLst>
          </pc:spChg>
          <pc:spChg chg="mod">
            <ac:chgData name="François THIERY" userId="49d9e14f-09e0-4f81-ad6d-421fffe7070f" providerId="ADAL" clId="{1EAFC226-11D4-4628-84D5-D25FB09CCD2F}" dt="2026-07-08T14:04:12.163" v="2944" actId="1036"/>
            <ac:spMkLst>
              <pc:docMk/>
              <pc:sldMasterMk cId="998767469" sldId="2147483672"/>
              <pc:sldLayoutMk cId="2240727222" sldId="2147483696"/>
              <ac:spMk id="4" creationId="{10633BFB-B58A-F88A-9F87-AB32025D88B8}"/>
            </ac:spMkLst>
          </pc:spChg>
          <pc:spChg chg="mod">
            <ac:chgData name="François THIERY" userId="49d9e14f-09e0-4f81-ad6d-421fffe7070f" providerId="ADAL" clId="{1EAFC226-11D4-4628-84D5-D25FB09CCD2F}" dt="2026-07-08T14:02:17.125" v="2927" actId="3064"/>
            <ac:spMkLst>
              <pc:docMk/>
              <pc:sldMasterMk cId="998767469" sldId="2147483672"/>
              <pc:sldLayoutMk cId="2240727222" sldId="2147483696"/>
              <ac:spMk id="14" creationId="{FF112FCC-54F9-DA6A-4FAE-C6320220F024}"/>
            </ac:spMkLst>
          </pc:spChg>
        </pc:sldLayoutChg>
        <pc:sldLayoutChg chg="modSp mod">
          <pc:chgData name="François THIERY" userId="49d9e14f-09e0-4f81-ad6d-421fffe7070f" providerId="ADAL" clId="{1EAFC226-11D4-4628-84D5-D25FB09CCD2F}" dt="2026-07-08T14:04:21.795" v="2948" actId="1036"/>
          <pc:sldLayoutMkLst>
            <pc:docMk/>
            <pc:sldMasterMk cId="998767469" sldId="2147483672"/>
            <pc:sldLayoutMk cId="3296381068" sldId="2147483697"/>
          </pc:sldLayoutMkLst>
          <pc:spChg chg="mod">
            <ac:chgData name="François THIERY" userId="49d9e14f-09e0-4f81-ad6d-421fffe7070f" providerId="ADAL" clId="{1EAFC226-11D4-4628-84D5-D25FB09CCD2F}" dt="2026-07-08T14:04:21.795" v="2948" actId="1036"/>
            <ac:spMkLst>
              <pc:docMk/>
              <pc:sldMasterMk cId="998767469" sldId="2147483672"/>
              <pc:sldLayoutMk cId="3296381068" sldId="2147483697"/>
              <ac:spMk id="2" creationId="{C7EA0981-9742-17B8-DB8A-01C52ECF0911}"/>
            </ac:spMkLst>
          </pc:spChg>
          <pc:spChg chg="mod">
            <ac:chgData name="François THIERY" userId="49d9e14f-09e0-4f81-ad6d-421fffe7070f" providerId="ADAL" clId="{1EAFC226-11D4-4628-84D5-D25FB09CCD2F}" dt="2026-07-08T14:04:21.795" v="2948" actId="1036"/>
            <ac:spMkLst>
              <pc:docMk/>
              <pc:sldMasterMk cId="998767469" sldId="2147483672"/>
              <pc:sldLayoutMk cId="3296381068" sldId="2147483697"/>
              <ac:spMk id="3" creationId="{B219D577-E5E5-AAC9-4458-786396EC8FC8}"/>
            </ac:spMkLst>
          </pc:spChg>
          <pc:spChg chg="mod">
            <ac:chgData name="François THIERY" userId="49d9e14f-09e0-4f81-ad6d-421fffe7070f" providerId="ADAL" clId="{1EAFC226-11D4-4628-84D5-D25FB09CCD2F}" dt="2026-07-08T14:02:34.925" v="2929" actId="3064"/>
            <ac:spMkLst>
              <pc:docMk/>
              <pc:sldMasterMk cId="998767469" sldId="2147483672"/>
              <pc:sldLayoutMk cId="3296381068" sldId="2147483697"/>
              <ac:spMk id="12" creationId="{D443F6EF-CB5F-53C9-9D8A-A64D32F2C88C}"/>
            </ac:spMkLst>
          </pc:spChg>
          <pc:spChg chg="mod">
            <ac:chgData name="François THIERY" userId="49d9e14f-09e0-4f81-ad6d-421fffe7070f" providerId="ADAL" clId="{1EAFC226-11D4-4628-84D5-D25FB09CCD2F}" dt="2026-07-08T14:02:34.925" v="2929" actId="3064"/>
            <ac:spMkLst>
              <pc:docMk/>
              <pc:sldMasterMk cId="998767469" sldId="2147483672"/>
              <pc:sldLayoutMk cId="3296381068" sldId="2147483697"/>
              <ac:spMk id="25" creationId="{EC8BDBCA-1EC0-C4C0-6816-FD0C83D963A8}"/>
            </ac:spMkLst>
          </pc:spChg>
        </pc:sldLayoutChg>
        <pc:sldLayoutChg chg="modSp mod">
          <pc:chgData name="François THIERY" userId="49d9e14f-09e0-4f81-ad6d-421fffe7070f" providerId="ADAL" clId="{1EAFC226-11D4-4628-84D5-D25FB09CCD2F}" dt="2026-07-08T14:03:57.632" v="2938" actId="1036"/>
          <pc:sldLayoutMkLst>
            <pc:docMk/>
            <pc:sldMasterMk cId="998767469" sldId="2147483672"/>
            <pc:sldLayoutMk cId="3308362468" sldId="2147483698"/>
          </pc:sldLayoutMkLst>
          <pc:spChg chg="mod">
            <ac:chgData name="François THIERY" userId="49d9e14f-09e0-4f81-ad6d-421fffe7070f" providerId="ADAL" clId="{1EAFC226-11D4-4628-84D5-D25FB09CCD2F}" dt="2026-07-08T14:03:57.632" v="2938" actId="1036"/>
            <ac:spMkLst>
              <pc:docMk/>
              <pc:sldMasterMk cId="998767469" sldId="2147483672"/>
              <pc:sldLayoutMk cId="3308362468" sldId="2147483698"/>
              <ac:spMk id="2" creationId="{8866646F-75D6-4F5C-BEB0-96E3333C71D5}"/>
            </ac:spMkLst>
          </pc:spChg>
          <pc:spChg chg="mod">
            <ac:chgData name="François THIERY" userId="49d9e14f-09e0-4f81-ad6d-421fffe7070f" providerId="ADAL" clId="{1EAFC226-11D4-4628-84D5-D25FB09CCD2F}" dt="2026-07-08T14:03:57.632" v="2938" actId="1036"/>
            <ac:spMkLst>
              <pc:docMk/>
              <pc:sldMasterMk cId="998767469" sldId="2147483672"/>
              <pc:sldLayoutMk cId="3308362468" sldId="2147483698"/>
              <ac:spMk id="3" creationId="{6442B428-71FE-57CD-6747-E727DF40D1CB}"/>
            </ac:spMkLst>
          </pc:spChg>
          <pc:spChg chg="mod">
            <ac:chgData name="François THIERY" userId="49d9e14f-09e0-4f81-ad6d-421fffe7070f" providerId="ADAL" clId="{1EAFC226-11D4-4628-84D5-D25FB09CCD2F}" dt="2026-07-08T14:03:57.632" v="2938" actId="1036"/>
            <ac:spMkLst>
              <pc:docMk/>
              <pc:sldMasterMk cId="998767469" sldId="2147483672"/>
              <pc:sldLayoutMk cId="3308362468" sldId="2147483698"/>
              <ac:spMk id="5" creationId="{2F3F1CDE-2FA9-B104-AD32-DEDDEA9FC136}"/>
            </ac:spMkLst>
          </pc:spChg>
          <pc:spChg chg="mod">
            <ac:chgData name="François THIERY" userId="49d9e14f-09e0-4f81-ad6d-421fffe7070f" providerId="ADAL" clId="{1EAFC226-11D4-4628-84D5-D25FB09CCD2F}" dt="2026-07-08T14:01:56.165" v="2924" actId="3064"/>
            <ac:spMkLst>
              <pc:docMk/>
              <pc:sldMasterMk cId="998767469" sldId="2147483672"/>
              <pc:sldLayoutMk cId="3308362468" sldId="2147483698"/>
              <ac:spMk id="29" creationId="{C1CB6706-EDB1-1915-9F0C-C1370D93BB0B}"/>
            </ac:spMkLst>
          </pc:spChg>
        </pc:sldLayoutChg>
        <pc:sldLayoutChg chg="addSp delSp modSp add mod ord modTransition">
          <pc:chgData name="François THIERY" userId="49d9e14f-09e0-4f81-ad6d-421fffe7070f" providerId="ADAL" clId="{1EAFC226-11D4-4628-84D5-D25FB09CCD2F}" dt="2026-07-08T15:48:38.704" v="3724" actId="20578"/>
          <pc:sldLayoutMkLst>
            <pc:docMk/>
            <pc:sldMasterMk cId="998767469" sldId="2147483672"/>
            <pc:sldLayoutMk cId="2045622617" sldId="2147483699"/>
          </pc:sldLayoutMkLst>
          <pc:spChg chg="del">
            <ac:chgData name="François THIERY" userId="49d9e14f-09e0-4f81-ad6d-421fffe7070f" providerId="ADAL" clId="{1EAFC226-11D4-4628-84D5-D25FB09CCD2F}" dt="2026-07-08T15:42:39.715" v="3554" actId="478"/>
            <ac:spMkLst>
              <pc:docMk/>
              <pc:sldMasterMk cId="998767469" sldId="2147483672"/>
              <pc:sldLayoutMk cId="2045622617" sldId="2147483699"/>
              <ac:spMk id="2" creationId="{E0B75037-69EB-E328-DA6A-F5DDB946109B}"/>
            </ac:spMkLst>
          </pc:spChg>
          <pc:spChg chg="del mod">
            <ac:chgData name="François THIERY" userId="49d9e14f-09e0-4f81-ad6d-421fffe7070f" providerId="ADAL" clId="{1EAFC226-11D4-4628-84D5-D25FB09CCD2F}" dt="2026-07-08T15:42:39.715" v="3554" actId="478"/>
            <ac:spMkLst>
              <pc:docMk/>
              <pc:sldMasterMk cId="998767469" sldId="2147483672"/>
              <pc:sldLayoutMk cId="2045622617" sldId="2147483699"/>
              <ac:spMk id="3" creationId="{10B1AFA0-04BF-8DA4-4867-74536EB9EE76}"/>
            </ac:spMkLst>
          </pc:spChg>
          <pc:spChg chg="del mod">
            <ac:chgData name="François THIERY" userId="49d9e14f-09e0-4f81-ad6d-421fffe7070f" providerId="ADAL" clId="{1EAFC226-11D4-4628-84D5-D25FB09CCD2F}" dt="2026-07-08T15:42:39.715" v="3554" actId="478"/>
            <ac:spMkLst>
              <pc:docMk/>
              <pc:sldMasterMk cId="998767469" sldId="2147483672"/>
              <pc:sldLayoutMk cId="2045622617" sldId="2147483699"/>
              <ac:spMk id="5" creationId="{634D5ECE-F9D9-6F7A-3928-F31271830FF9}"/>
            </ac:spMkLst>
          </pc:spChg>
          <pc:spChg chg="add mod ord">
            <ac:chgData name="François THIERY" userId="49d9e14f-09e0-4f81-ad6d-421fffe7070f" providerId="ADAL" clId="{1EAFC226-11D4-4628-84D5-D25FB09CCD2F}" dt="2026-07-08T15:05:51.273" v="3438" actId="167"/>
            <ac:spMkLst>
              <pc:docMk/>
              <pc:sldMasterMk cId="998767469" sldId="2147483672"/>
              <pc:sldLayoutMk cId="2045622617" sldId="2147483699"/>
              <ac:spMk id="6" creationId="{1BB3AB9D-BDE0-82AD-629B-05D25E580009}"/>
            </ac:spMkLst>
          </pc:spChg>
          <pc:spChg chg="mod">
            <ac:chgData name="François THIERY" userId="49d9e14f-09e0-4f81-ad6d-421fffe7070f" providerId="ADAL" clId="{1EAFC226-11D4-4628-84D5-D25FB09CCD2F}" dt="2026-07-08T15:07:00.538" v="3444" actId="20577"/>
            <ac:spMkLst>
              <pc:docMk/>
              <pc:sldMasterMk cId="998767469" sldId="2147483672"/>
              <pc:sldLayoutMk cId="2045622617" sldId="2147483699"/>
              <ac:spMk id="10" creationId="{38CEFA8F-7484-1F67-6CA5-56995008B7ED}"/>
            </ac:spMkLst>
          </pc:spChg>
          <pc:spChg chg="add del mod">
            <ac:chgData name="François THIERY" userId="49d9e14f-09e0-4f81-ad6d-421fffe7070f" providerId="ADAL" clId="{1EAFC226-11D4-4628-84D5-D25FB09CCD2F}" dt="2026-07-08T15:07:12.832" v="3447" actId="478"/>
            <ac:spMkLst>
              <pc:docMk/>
              <pc:sldMasterMk cId="998767469" sldId="2147483672"/>
              <pc:sldLayoutMk cId="2045622617" sldId="2147483699"/>
              <ac:spMk id="12" creationId="{F22BC157-5FF0-D2F9-5544-3DF9F5D86687}"/>
            </ac:spMkLst>
          </pc:spChg>
          <pc:spChg chg="add del mod">
            <ac:chgData name="François THIERY" userId="49d9e14f-09e0-4f81-ad6d-421fffe7070f" providerId="ADAL" clId="{1EAFC226-11D4-4628-84D5-D25FB09CCD2F}" dt="2026-07-08T15:42:39.715" v="3554" actId="478"/>
            <ac:spMkLst>
              <pc:docMk/>
              <pc:sldMasterMk cId="998767469" sldId="2147483672"/>
              <pc:sldLayoutMk cId="2045622617" sldId="2147483699"/>
              <ac:spMk id="13" creationId="{651170E5-F1FA-7D76-4A23-4E6981815CB9}"/>
            </ac:spMkLst>
          </pc:spChg>
          <pc:spChg chg="del">
            <ac:chgData name="François THIERY" userId="49d9e14f-09e0-4f81-ad6d-421fffe7070f" providerId="ADAL" clId="{1EAFC226-11D4-4628-84D5-D25FB09CCD2F}" dt="2026-07-08T15:42:39.715" v="3554" actId="478"/>
            <ac:spMkLst>
              <pc:docMk/>
              <pc:sldMasterMk cId="998767469" sldId="2147483672"/>
              <pc:sldLayoutMk cId="2045622617" sldId="2147483699"/>
              <ac:spMk id="14" creationId="{FF112FCC-54F9-DA6A-4FAE-C6320220F024}"/>
            </ac:spMkLst>
          </pc:spChg>
          <pc:spChg chg="del">
            <ac:chgData name="François THIERY" userId="49d9e14f-09e0-4f81-ad6d-421fffe7070f" providerId="ADAL" clId="{1EAFC226-11D4-4628-84D5-D25FB09CCD2F}" dt="2026-07-08T15:42:39.715" v="3554" actId="478"/>
            <ac:spMkLst>
              <pc:docMk/>
              <pc:sldMasterMk cId="998767469" sldId="2147483672"/>
              <pc:sldLayoutMk cId="2045622617" sldId="2147483699"/>
              <ac:spMk id="18" creationId="{C724FC24-77E8-88FA-DAF9-4CEEDAF9C157}"/>
            </ac:spMkLst>
          </pc:spChg>
          <pc:spChg chg="del">
            <ac:chgData name="François THIERY" userId="49d9e14f-09e0-4f81-ad6d-421fffe7070f" providerId="ADAL" clId="{1EAFC226-11D4-4628-84D5-D25FB09CCD2F}" dt="2026-07-08T15:42:39.715" v="3554" actId="478"/>
            <ac:spMkLst>
              <pc:docMk/>
              <pc:sldMasterMk cId="998767469" sldId="2147483672"/>
              <pc:sldLayoutMk cId="2045622617" sldId="2147483699"/>
              <ac:spMk id="19" creationId="{D81FA809-F061-88CE-AD0D-CA176188D8B1}"/>
            </ac:spMkLst>
          </pc:spChg>
          <pc:grpChg chg="add del mod">
            <ac:chgData name="François THIERY" userId="49d9e14f-09e0-4f81-ad6d-421fffe7070f" providerId="ADAL" clId="{1EAFC226-11D4-4628-84D5-D25FB09CCD2F}" dt="2026-07-08T15:42:39.715" v="3554" actId="478"/>
            <ac:grpSpMkLst>
              <pc:docMk/>
              <pc:sldMasterMk cId="998767469" sldId="2147483672"/>
              <pc:sldLayoutMk cId="2045622617" sldId="2147483699"/>
              <ac:grpSpMk id="7" creationId="{DEB5A9CD-05F4-43A0-DD60-280D9F1BBA16}"/>
            </ac:grpSpMkLst>
          </pc:grpChg>
          <pc:cxnChg chg="del">
            <ac:chgData name="François THIERY" userId="49d9e14f-09e0-4f81-ad6d-421fffe7070f" providerId="ADAL" clId="{1EAFC226-11D4-4628-84D5-D25FB09CCD2F}" dt="2026-07-08T15:42:39.715" v="3554" actId="478"/>
            <ac:cxnSpMkLst>
              <pc:docMk/>
              <pc:sldMasterMk cId="998767469" sldId="2147483672"/>
              <pc:sldLayoutMk cId="2045622617" sldId="2147483699"/>
              <ac:cxnSpMk id="8" creationId="{C28DA89F-9556-6101-DC8A-9196C4157FDC}"/>
            </ac:cxnSpMkLst>
          </pc:cxnChg>
          <pc:cxnChg chg="del">
            <ac:chgData name="François THIERY" userId="49d9e14f-09e0-4f81-ad6d-421fffe7070f" providerId="ADAL" clId="{1EAFC226-11D4-4628-84D5-D25FB09CCD2F}" dt="2026-07-08T15:42:39.715" v="3554" actId="478"/>
            <ac:cxnSpMkLst>
              <pc:docMk/>
              <pc:sldMasterMk cId="998767469" sldId="2147483672"/>
              <pc:sldLayoutMk cId="2045622617" sldId="2147483699"/>
              <ac:cxnSpMk id="9" creationId="{14A3CCCF-5B15-993F-2A27-25AD7D77D15B}"/>
            </ac:cxnSpMkLst>
          </pc:cxnChg>
          <pc:cxnChg chg="mod">
            <ac:chgData name="François THIERY" userId="49d9e14f-09e0-4f81-ad6d-421fffe7070f" providerId="ADAL" clId="{1EAFC226-11D4-4628-84D5-D25FB09CCD2F}" dt="2026-07-08T15:06:54.547" v="3443"/>
            <ac:cxnSpMkLst>
              <pc:docMk/>
              <pc:sldMasterMk cId="998767469" sldId="2147483672"/>
              <pc:sldLayoutMk cId="2045622617" sldId="2147483699"/>
              <ac:cxnSpMk id="11" creationId="{0B45B9F9-D984-7B4A-1D7E-4BFC7E631C6E}"/>
            </ac:cxnSpMkLst>
          </pc:cxnChg>
          <pc:cxnChg chg="mod">
            <ac:chgData name="François THIERY" userId="49d9e14f-09e0-4f81-ad6d-421fffe7070f" providerId="ADAL" clId="{1EAFC226-11D4-4628-84D5-D25FB09CCD2F}" dt="2026-07-08T15:06:02.931" v="3439" actId="14100"/>
            <ac:cxnSpMkLst>
              <pc:docMk/>
              <pc:sldMasterMk cId="998767469" sldId="2147483672"/>
              <pc:sldLayoutMk cId="2045622617" sldId="2147483699"/>
              <ac:cxnSpMk id="17" creationId="{7D80C2C7-241D-D15F-2325-1968E82B082C}"/>
            </ac:cxnSpMkLst>
          </pc:cxnChg>
        </pc:sldLayoutChg>
        <pc:sldLayoutChg chg="delSp modSp mod">
          <pc:chgData name="François THIERY" userId="49d9e14f-09e0-4f81-ad6d-421fffe7070f" providerId="ADAL" clId="{1EAFC226-11D4-4628-84D5-D25FB09CCD2F}" dt="2026-07-08T15:48:00.884" v="3721" actId="20577"/>
          <pc:sldLayoutMkLst>
            <pc:docMk/>
            <pc:sldMasterMk cId="998767469" sldId="2147483672"/>
            <pc:sldLayoutMk cId="2161406473" sldId="2147483701"/>
          </pc:sldLayoutMkLst>
          <pc:spChg chg="mod">
            <ac:chgData name="François THIERY" userId="49d9e14f-09e0-4f81-ad6d-421fffe7070f" providerId="ADAL" clId="{1EAFC226-11D4-4628-84D5-D25FB09CCD2F}" dt="2026-07-08T15:47:20.905" v="3693" actId="14100"/>
            <ac:spMkLst>
              <pc:docMk/>
              <pc:sldMasterMk cId="998767469" sldId="2147483672"/>
              <pc:sldLayoutMk cId="2161406473" sldId="2147483701"/>
              <ac:spMk id="2" creationId="{E0B75037-69EB-E328-DA6A-F5DDB946109B}"/>
            </ac:spMkLst>
          </pc:spChg>
          <pc:spChg chg="mod">
            <ac:chgData name="François THIERY" userId="49d9e14f-09e0-4f81-ad6d-421fffe7070f" providerId="ADAL" clId="{1EAFC226-11D4-4628-84D5-D25FB09CCD2F}" dt="2026-07-08T15:45:58.465" v="3669" actId="553"/>
            <ac:spMkLst>
              <pc:docMk/>
              <pc:sldMasterMk cId="998767469" sldId="2147483672"/>
              <pc:sldLayoutMk cId="2161406473" sldId="2147483701"/>
              <ac:spMk id="3" creationId="{10B1AFA0-04BF-8DA4-4867-74536EB9EE76}"/>
            </ac:spMkLst>
          </pc:spChg>
          <pc:spChg chg="mod">
            <ac:chgData name="François THIERY" userId="49d9e14f-09e0-4f81-ad6d-421fffe7070f" providerId="ADAL" clId="{1EAFC226-11D4-4628-84D5-D25FB09CCD2F}" dt="2026-07-08T15:46:21.223" v="3686" actId="552"/>
            <ac:spMkLst>
              <pc:docMk/>
              <pc:sldMasterMk cId="998767469" sldId="2147483672"/>
              <pc:sldLayoutMk cId="2161406473" sldId="2147483701"/>
              <ac:spMk id="5" creationId="{634D5ECE-F9D9-6F7A-3928-F31271830FF9}"/>
            </ac:spMkLst>
          </pc:spChg>
          <pc:spChg chg="mod">
            <ac:chgData name="François THIERY" userId="49d9e14f-09e0-4f81-ad6d-421fffe7070f" providerId="ADAL" clId="{1EAFC226-11D4-4628-84D5-D25FB09CCD2F}" dt="2026-07-08T15:46:25.541" v="3688" actId="14100"/>
            <ac:spMkLst>
              <pc:docMk/>
              <pc:sldMasterMk cId="998767469" sldId="2147483672"/>
              <pc:sldLayoutMk cId="2161406473" sldId="2147483701"/>
              <ac:spMk id="6" creationId="{1BB3AB9D-BDE0-82AD-629B-05D25E580009}"/>
            </ac:spMkLst>
          </pc:spChg>
          <pc:spChg chg="mod">
            <ac:chgData name="François THIERY" userId="49d9e14f-09e0-4f81-ad6d-421fffe7070f" providerId="ADAL" clId="{1EAFC226-11D4-4628-84D5-D25FB09CCD2F}" dt="2026-07-08T15:48:00.884" v="3721" actId="20577"/>
            <ac:spMkLst>
              <pc:docMk/>
              <pc:sldMasterMk cId="998767469" sldId="2147483672"/>
              <pc:sldLayoutMk cId="2161406473" sldId="2147483701"/>
              <ac:spMk id="10" creationId="{38CEFA8F-7484-1F67-6CA5-56995008B7ED}"/>
            </ac:spMkLst>
          </pc:spChg>
          <pc:spChg chg="del mod">
            <ac:chgData name="François THIERY" userId="49d9e14f-09e0-4f81-ad6d-421fffe7070f" providerId="ADAL" clId="{1EAFC226-11D4-4628-84D5-D25FB09CCD2F}" dt="2026-07-08T15:47:52.746" v="3698" actId="478"/>
            <ac:spMkLst>
              <pc:docMk/>
              <pc:sldMasterMk cId="998767469" sldId="2147483672"/>
              <pc:sldLayoutMk cId="2161406473" sldId="2147483701"/>
              <ac:spMk id="13" creationId="{651170E5-F1FA-7D76-4A23-4E6981815CB9}"/>
            </ac:spMkLst>
          </pc:spChg>
          <pc:spChg chg="del mod">
            <ac:chgData name="François THIERY" userId="49d9e14f-09e0-4f81-ad6d-421fffe7070f" providerId="ADAL" clId="{1EAFC226-11D4-4628-84D5-D25FB09CCD2F}" dt="2026-07-08T15:47:13.443" v="3692" actId="478"/>
            <ac:spMkLst>
              <pc:docMk/>
              <pc:sldMasterMk cId="998767469" sldId="2147483672"/>
              <pc:sldLayoutMk cId="2161406473" sldId="2147483701"/>
              <ac:spMk id="14" creationId="{FF112FCC-54F9-DA6A-4FAE-C6320220F024}"/>
            </ac:spMkLst>
          </pc:spChg>
          <pc:spChg chg="mod">
            <ac:chgData name="François THIERY" userId="49d9e14f-09e0-4f81-ad6d-421fffe7070f" providerId="ADAL" clId="{1EAFC226-11D4-4628-84D5-D25FB09CCD2F}" dt="2026-07-08T15:45:58.465" v="3669" actId="553"/>
            <ac:spMkLst>
              <pc:docMk/>
              <pc:sldMasterMk cId="998767469" sldId="2147483672"/>
              <pc:sldLayoutMk cId="2161406473" sldId="2147483701"/>
              <ac:spMk id="19" creationId="{D81FA809-F061-88CE-AD0D-CA176188D8B1}"/>
            </ac:spMkLst>
          </pc:spChg>
          <pc:cxnChg chg="del mod">
            <ac:chgData name="François THIERY" userId="49d9e14f-09e0-4f81-ad6d-421fffe7070f" providerId="ADAL" clId="{1EAFC226-11D4-4628-84D5-D25FB09CCD2F}" dt="2026-07-08T15:47:13.443" v="3692" actId="478"/>
            <ac:cxnSpMkLst>
              <pc:docMk/>
              <pc:sldMasterMk cId="998767469" sldId="2147483672"/>
              <pc:sldLayoutMk cId="2161406473" sldId="2147483701"/>
              <ac:cxnSpMk id="8" creationId="{C28DA89F-9556-6101-DC8A-9196C4157FDC}"/>
            </ac:cxnSpMkLst>
          </pc:cxnChg>
          <pc:cxnChg chg="mod">
            <ac:chgData name="François THIERY" userId="49d9e14f-09e0-4f81-ad6d-421fffe7070f" providerId="ADAL" clId="{1EAFC226-11D4-4628-84D5-D25FB09CCD2F}" dt="2026-07-08T15:46:21.223" v="3686" actId="552"/>
            <ac:cxnSpMkLst>
              <pc:docMk/>
              <pc:sldMasterMk cId="998767469" sldId="2147483672"/>
              <pc:sldLayoutMk cId="2161406473" sldId="2147483701"/>
              <ac:cxnSpMk id="9" creationId="{14A3CCCF-5B15-993F-2A27-25AD7D77D15B}"/>
            </ac:cxnSpMkLst>
          </pc:cxnChg>
          <pc:cxnChg chg="mod">
            <ac:chgData name="François THIERY" userId="49d9e14f-09e0-4f81-ad6d-421fffe7070f" providerId="ADAL" clId="{1EAFC226-11D4-4628-84D5-D25FB09CCD2F}" dt="2026-07-08T15:45:58.465" v="3669" actId="553"/>
            <ac:cxnSpMkLst>
              <pc:docMk/>
              <pc:sldMasterMk cId="998767469" sldId="2147483672"/>
              <pc:sldLayoutMk cId="2161406473" sldId="2147483701"/>
              <ac:cxnSpMk id="17" creationId="{7D80C2C7-241D-D15F-2325-1968E82B082C}"/>
            </ac:cxnSpMkLst>
          </pc:cxnChg>
        </pc:sldLayoutChg>
        <pc:sldLayoutChg chg="addSp delSp modSp add mod ord modTransition">
          <pc:chgData name="François THIERY" userId="49d9e14f-09e0-4f81-ad6d-421fffe7070f" providerId="ADAL" clId="{1EAFC226-11D4-4628-84D5-D25FB09CCD2F}" dt="2026-07-09T15:04:38.048" v="3816" actId="14100"/>
          <pc:sldLayoutMkLst>
            <pc:docMk/>
            <pc:sldMasterMk cId="998767469" sldId="2147483672"/>
            <pc:sldLayoutMk cId="2032947314" sldId="2147483702"/>
          </pc:sldLayoutMkLst>
          <pc:spChg chg="mod">
            <ac:chgData name="François THIERY" userId="49d9e14f-09e0-4f81-ad6d-421fffe7070f" providerId="ADAL" clId="{1EAFC226-11D4-4628-84D5-D25FB09CCD2F}" dt="2026-07-09T15:03:07.531" v="3809" actId="2711"/>
            <ac:spMkLst>
              <pc:docMk/>
              <pc:sldMasterMk cId="998767469" sldId="2147483672"/>
              <pc:sldLayoutMk cId="2032947314" sldId="2147483702"/>
              <ac:spMk id="2" creationId="{E0B75037-69EB-E328-DA6A-F5DDB946109B}"/>
            </ac:spMkLst>
          </pc:spChg>
          <pc:spChg chg="mod">
            <ac:chgData name="François THIERY" userId="49d9e14f-09e0-4f81-ad6d-421fffe7070f" providerId="ADAL" clId="{1EAFC226-11D4-4628-84D5-D25FB09CCD2F}" dt="2026-07-09T15:04:26.641" v="3812" actId="2711"/>
            <ac:spMkLst>
              <pc:docMk/>
              <pc:sldMasterMk cId="998767469" sldId="2147483672"/>
              <pc:sldLayoutMk cId="2032947314" sldId="2147483702"/>
              <ac:spMk id="3" creationId="{10B1AFA0-04BF-8DA4-4867-74536EB9EE76}"/>
            </ac:spMkLst>
          </pc:spChg>
          <pc:spChg chg="add del mod">
            <ac:chgData name="François THIERY" userId="49d9e14f-09e0-4f81-ad6d-421fffe7070f" providerId="ADAL" clId="{1EAFC226-11D4-4628-84D5-D25FB09CCD2F}" dt="2026-07-09T15:01:33.404" v="3792" actId="478"/>
            <ac:spMkLst>
              <pc:docMk/>
              <pc:sldMasterMk cId="998767469" sldId="2147483672"/>
              <pc:sldLayoutMk cId="2032947314" sldId="2147483702"/>
              <ac:spMk id="4" creationId="{D385BBE9-6AE3-E4C6-8476-2CEC128C3F0F}"/>
            </ac:spMkLst>
          </pc:spChg>
          <pc:spChg chg="mod">
            <ac:chgData name="François THIERY" userId="49d9e14f-09e0-4f81-ad6d-421fffe7070f" providerId="ADAL" clId="{1EAFC226-11D4-4628-84D5-D25FB09CCD2F}" dt="2026-07-09T15:04:26.641" v="3812" actId="2711"/>
            <ac:spMkLst>
              <pc:docMk/>
              <pc:sldMasterMk cId="998767469" sldId="2147483672"/>
              <pc:sldLayoutMk cId="2032947314" sldId="2147483702"/>
              <ac:spMk id="5" creationId="{634D5ECE-F9D9-6F7A-3928-F31271830FF9}"/>
            </ac:spMkLst>
          </pc:spChg>
          <pc:spChg chg="mod">
            <ac:chgData name="François THIERY" userId="49d9e14f-09e0-4f81-ad6d-421fffe7070f" providerId="ADAL" clId="{1EAFC226-11D4-4628-84D5-D25FB09CCD2F}" dt="2026-07-09T15:04:26.641" v="3812" actId="2711"/>
            <ac:spMkLst>
              <pc:docMk/>
              <pc:sldMasterMk cId="998767469" sldId="2147483672"/>
              <pc:sldLayoutMk cId="2032947314" sldId="2147483702"/>
              <ac:spMk id="6" creationId="{1BB3AB9D-BDE0-82AD-629B-05D25E580009}"/>
            </ac:spMkLst>
          </pc:spChg>
          <pc:spChg chg="mod">
            <ac:chgData name="François THIERY" userId="49d9e14f-09e0-4f81-ad6d-421fffe7070f" providerId="ADAL" clId="{1EAFC226-11D4-4628-84D5-D25FB09CCD2F}" dt="2026-07-09T15:04:26.641" v="3812" actId="2711"/>
            <ac:spMkLst>
              <pc:docMk/>
              <pc:sldMasterMk cId="998767469" sldId="2147483672"/>
              <pc:sldLayoutMk cId="2032947314" sldId="2147483702"/>
              <ac:spMk id="10" creationId="{38CEFA8F-7484-1F67-6CA5-56995008B7ED}"/>
            </ac:spMkLst>
          </pc:spChg>
          <pc:spChg chg="add mod">
            <ac:chgData name="François THIERY" userId="49d9e14f-09e0-4f81-ad6d-421fffe7070f" providerId="ADAL" clId="{1EAFC226-11D4-4628-84D5-D25FB09CCD2F}" dt="2026-07-09T15:04:26.641" v="3812" actId="2711"/>
            <ac:spMkLst>
              <pc:docMk/>
              <pc:sldMasterMk cId="998767469" sldId="2147483672"/>
              <pc:sldLayoutMk cId="2032947314" sldId="2147483702"/>
              <ac:spMk id="12" creationId="{DC22AC62-E261-EBC8-A3CA-4989CE37F37B}"/>
            </ac:spMkLst>
          </pc:spChg>
          <pc:spChg chg="del">
            <ac:chgData name="François THIERY" userId="49d9e14f-09e0-4f81-ad6d-421fffe7070f" providerId="ADAL" clId="{1EAFC226-11D4-4628-84D5-D25FB09CCD2F}" dt="2026-07-09T14:55:37.238" v="3727" actId="478"/>
            <ac:spMkLst>
              <pc:docMk/>
              <pc:sldMasterMk cId="998767469" sldId="2147483672"/>
              <pc:sldLayoutMk cId="2032947314" sldId="2147483702"/>
              <ac:spMk id="13" creationId="{651170E5-F1FA-7D76-4A23-4E6981815CB9}"/>
            </ac:spMkLst>
          </pc:spChg>
          <pc:spChg chg="mod">
            <ac:chgData name="François THIERY" userId="49d9e14f-09e0-4f81-ad6d-421fffe7070f" providerId="ADAL" clId="{1EAFC226-11D4-4628-84D5-D25FB09CCD2F}" dt="2026-07-09T15:04:26.641" v="3812" actId="2711"/>
            <ac:spMkLst>
              <pc:docMk/>
              <pc:sldMasterMk cId="998767469" sldId="2147483672"/>
              <pc:sldLayoutMk cId="2032947314" sldId="2147483702"/>
              <ac:spMk id="14" creationId="{FF112FCC-54F9-DA6A-4FAE-C6320220F024}"/>
            </ac:spMkLst>
          </pc:spChg>
          <pc:spChg chg="add mod">
            <ac:chgData name="François THIERY" userId="49d9e14f-09e0-4f81-ad6d-421fffe7070f" providerId="ADAL" clId="{1EAFC226-11D4-4628-84D5-D25FB09CCD2F}" dt="2026-07-09T15:04:26.641" v="3812" actId="2711"/>
            <ac:spMkLst>
              <pc:docMk/>
              <pc:sldMasterMk cId="998767469" sldId="2147483672"/>
              <pc:sldLayoutMk cId="2032947314" sldId="2147483702"/>
              <ac:spMk id="15" creationId="{7B0AFE8A-F4E6-450B-9355-487827BF8DE6}"/>
            </ac:spMkLst>
          </pc:spChg>
          <pc:spChg chg="add mod">
            <ac:chgData name="François THIERY" userId="49d9e14f-09e0-4f81-ad6d-421fffe7070f" providerId="ADAL" clId="{1EAFC226-11D4-4628-84D5-D25FB09CCD2F}" dt="2026-07-09T15:04:26.641" v="3812" actId="2711"/>
            <ac:spMkLst>
              <pc:docMk/>
              <pc:sldMasterMk cId="998767469" sldId="2147483672"/>
              <pc:sldLayoutMk cId="2032947314" sldId="2147483702"/>
              <ac:spMk id="16" creationId="{E009E7E1-06E3-1A35-51EE-78FF16CF4720}"/>
            </ac:spMkLst>
          </pc:spChg>
          <pc:spChg chg="add mod">
            <ac:chgData name="François THIERY" userId="49d9e14f-09e0-4f81-ad6d-421fffe7070f" providerId="ADAL" clId="{1EAFC226-11D4-4628-84D5-D25FB09CCD2F}" dt="2026-07-09T15:04:38.048" v="3816" actId="14100"/>
            <ac:spMkLst>
              <pc:docMk/>
              <pc:sldMasterMk cId="998767469" sldId="2147483672"/>
              <pc:sldLayoutMk cId="2032947314" sldId="2147483702"/>
              <ac:spMk id="18" creationId="{8AF56EB3-0E6C-A2BD-62B6-7573547E7F07}"/>
            </ac:spMkLst>
          </pc:spChg>
          <pc:spChg chg="mod">
            <ac:chgData name="François THIERY" userId="49d9e14f-09e0-4f81-ad6d-421fffe7070f" providerId="ADAL" clId="{1EAFC226-11D4-4628-84D5-D25FB09CCD2F}" dt="2026-07-09T15:04:26.641" v="3812" actId="2711"/>
            <ac:spMkLst>
              <pc:docMk/>
              <pc:sldMasterMk cId="998767469" sldId="2147483672"/>
              <pc:sldLayoutMk cId="2032947314" sldId="2147483702"/>
              <ac:spMk id="19" creationId="{D81FA809-F061-88CE-AD0D-CA176188D8B1}"/>
            </ac:spMkLst>
          </pc:spChg>
          <pc:cxnChg chg="mod">
            <ac:chgData name="François THIERY" userId="49d9e14f-09e0-4f81-ad6d-421fffe7070f" providerId="ADAL" clId="{1EAFC226-11D4-4628-84D5-D25FB09CCD2F}" dt="2026-07-09T15:01:42.025" v="3795" actId="553"/>
            <ac:cxnSpMkLst>
              <pc:docMk/>
              <pc:sldMasterMk cId="998767469" sldId="2147483672"/>
              <pc:sldLayoutMk cId="2032947314" sldId="2147483702"/>
              <ac:cxnSpMk id="8" creationId="{C28DA89F-9556-6101-DC8A-9196C4157FDC}"/>
            </ac:cxnSpMkLst>
          </pc:cxn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i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7D8AEC-9785-CCAF-E1A4-69B30504E35F}"/>
              </a:ext>
            </a:extLst>
          </p:cNvPr>
          <p:cNvCxnSpPr>
            <a:cxnSpLocks/>
          </p:cNvCxnSpPr>
          <p:nvPr userDrawn="1"/>
        </p:nvCxnSpPr>
        <p:spPr>
          <a:xfrm>
            <a:off x="550285" y="7034646"/>
            <a:ext cx="959124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741957D-7D74-0705-B812-76AA2B92B084}"/>
              </a:ext>
            </a:extLst>
          </p:cNvPr>
          <p:cNvSpPr txBox="1"/>
          <p:nvPr userDrawn="1"/>
        </p:nvSpPr>
        <p:spPr>
          <a:xfrm>
            <a:off x="550286" y="7148947"/>
            <a:ext cx="9455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S-M.C</a:t>
            </a:r>
            <a:endParaRPr lang="en-GB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ZoneTexte 6">
            <a:extLst>
              <a:ext uri="{FF2B5EF4-FFF2-40B4-BE49-F238E27FC236}">
                <a16:creationId xmlns:a16="http://schemas.microsoft.com/office/drawing/2014/main" id="{E7778D9E-9BD4-1E52-FE38-D17D8AE69413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>
                <a:solidFill>
                  <a:schemeClr val="tx1"/>
                </a:solidFill>
              </a:rPr>
              <a:t>Page </a:t>
            </a:r>
            <a:fld id="{4F80CF6B-0835-448E-B7F5-D3A000EA7E75}" type="slidenum">
              <a:rPr lang="fr-FR" smtClean="0">
                <a:solidFill>
                  <a:schemeClr val="tx1"/>
                </a:solidFill>
              </a:rPr>
              <a:pPr lvl="0"/>
              <a:t>‹#›</a:t>
            </a:fld>
            <a:r>
              <a:rPr lang="fr-FR" dirty="0">
                <a:solidFill>
                  <a:schemeClr val="tx1"/>
                </a:solidFill>
              </a:rPr>
              <a:t> sur [x]</a:t>
            </a:r>
          </a:p>
        </p:txBody>
      </p:sp>
    </p:spTree>
    <p:extLst>
      <p:ext uri="{BB962C8B-B14F-4D97-AF65-F5344CB8AC3E}">
        <p14:creationId xmlns:p14="http://schemas.microsoft.com/office/powerpoint/2010/main" val="955008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 [Title] - 33 [Title] - 33 [Titl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8DA89F-9556-6101-DC8A-9196C4157FDC}"/>
              </a:ext>
            </a:extLst>
          </p:cNvPr>
          <p:cNvCxnSpPr>
            <a:cxnSpLocks/>
          </p:cNvCxnSpPr>
          <p:nvPr userDrawn="1"/>
        </p:nvCxnSpPr>
        <p:spPr>
          <a:xfrm>
            <a:off x="550285" y="2018511"/>
            <a:ext cx="2988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550285" y="1413166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6869E4-379E-3F83-E06C-7D561CC785FD}"/>
              </a:ext>
            </a:extLst>
          </p:cNvPr>
          <p:cNvCxnSpPr>
            <a:cxnSpLocks/>
          </p:cNvCxnSpPr>
          <p:nvPr userDrawn="1"/>
        </p:nvCxnSpPr>
        <p:spPr>
          <a:xfrm>
            <a:off x="3801711" y="2018511"/>
            <a:ext cx="2988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AF0C8D-B9D4-AE67-93E2-0BBF9EE05226}"/>
              </a:ext>
            </a:extLst>
          </p:cNvPr>
          <p:cNvCxnSpPr>
            <a:cxnSpLocks/>
          </p:cNvCxnSpPr>
          <p:nvPr userDrawn="1"/>
        </p:nvCxnSpPr>
        <p:spPr>
          <a:xfrm>
            <a:off x="7053137" y="2018511"/>
            <a:ext cx="2988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FF112FCC-54F9-DA6A-4FAE-C6320220F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85" y="1782149"/>
            <a:ext cx="2988000" cy="190800"/>
          </a:xfrm>
        </p:spPr>
        <p:txBody>
          <a:bodyPr lIns="0" tIns="0" rIns="0" bIns="0" anchor="ctr" anchorCtr="0">
            <a:noAutofit/>
          </a:bodyPr>
          <a:lstStyle>
            <a:lvl1pPr>
              <a:defRPr sz="900" spc="0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550285" y="7034646"/>
            <a:ext cx="959124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724FC24-77E8-88FA-DAF9-4CEEDAF9C157}"/>
              </a:ext>
            </a:extLst>
          </p:cNvPr>
          <p:cNvSpPr txBox="1"/>
          <p:nvPr userDrawn="1"/>
        </p:nvSpPr>
        <p:spPr>
          <a:xfrm>
            <a:off x="550286" y="7148947"/>
            <a:ext cx="9455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b="1" spc="100" baseline="0" dirty="0">
                <a:latin typeface="Segoe UI" panose="020B0502040204020203" pitchFamily="34" charset="0"/>
                <a:cs typeface="Segoe UI" panose="020B0502040204020203" pitchFamily="34" charset="0"/>
              </a:rPr>
              <a:t>S-M.C</a:t>
            </a:r>
            <a:endParaRPr lang="en-GB" sz="1400" b="1" spc="100" baseline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ZoneTexte 6">
            <a:extLst>
              <a:ext uri="{FF2B5EF4-FFF2-40B4-BE49-F238E27FC236}">
                <a16:creationId xmlns:a16="http://schemas.microsoft.com/office/drawing/2014/main" id="{D81FA809-F061-88CE-AD0D-CA176188D8B1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spc="0" baseline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Page </a:t>
            </a:r>
            <a:fld id="{4F80CF6B-0835-448E-B7F5-D3A000EA7E75}" type="slidenum">
              <a:rPr lang="fr-FR" spc="0" baseline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lvl="0"/>
              <a:t>‹#›</a:t>
            </a:fld>
            <a:r>
              <a:rPr lang="fr-FR" spc="0" baseline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sur [x]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1CB6706-EDB1-1915-9F0C-C1370D93B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01711" y="1782149"/>
            <a:ext cx="2988000" cy="190800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900" spc="0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050494B7-29D3-D128-B35C-D10E7252ADAD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0285" y="334227"/>
            <a:ext cx="7509982" cy="913889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 spc="0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1A16A519-7EB8-18E0-F423-43829FD47B88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7053137" y="1782149"/>
            <a:ext cx="2988000" cy="190800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900" spc="0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442B428-71FE-57CD-6747-E727DF40D1CB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3801711" y="2083529"/>
            <a:ext cx="29880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 spc="0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17450-787D-B4E6-8E16-BE0D553D9EFA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7053137" y="2083529"/>
            <a:ext cx="29880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 spc="0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23882F2-A4E8-E463-7AB3-E1137B623077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50285" y="2083529"/>
            <a:ext cx="29880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 spc="0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7651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 [Blank] - 33 [Title] - 33 [Blank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550285" y="1413166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6869E4-379E-3F83-E06C-7D561CC785FD}"/>
              </a:ext>
            </a:extLst>
          </p:cNvPr>
          <p:cNvCxnSpPr>
            <a:cxnSpLocks/>
          </p:cNvCxnSpPr>
          <p:nvPr userDrawn="1"/>
        </p:nvCxnSpPr>
        <p:spPr>
          <a:xfrm>
            <a:off x="3801711" y="2018511"/>
            <a:ext cx="2988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550285" y="7034646"/>
            <a:ext cx="959124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724FC24-77E8-88FA-DAF9-4CEEDAF9C157}"/>
              </a:ext>
            </a:extLst>
          </p:cNvPr>
          <p:cNvSpPr txBox="1"/>
          <p:nvPr userDrawn="1"/>
        </p:nvSpPr>
        <p:spPr>
          <a:xfrm>
            <a:off x="550286" y="7148947"/>
            <a:ext cx="9455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S-M.C</a:t>
            </a:r>
            <a:endParaRPr lang="en-GB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ZoneTexte 6">
            <a:extLst>
              <a:ext uri="{FF2B5EF4-FFF2-40B4-BE49-F238E27FC236}">
                <a16:creationId xmlns:a16="http://schemas.microsoft.com/office/drawing/2014/main" id="{D81FA809-F061-88CE-AD0D-CA176188D8B1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>
                <a:solidFill>
                  <a:schemeClr val="tx1"/>
                </a:solidFill>
              </a:rPr>
              <a:t>Page </a:t>
            </a:r>
            <a:fld id="{4F80CF6B-0835-448E-B7F5-D3A000EA7E75}" type="slidenum">
              <a:rPr lang="fr-FR" smtClean="0">
                <a:solidFill>
                  <a:schemeClr val="tx1"/>
                </a:solidFill>
              </a:rPr>
              <a:pPr lvl="0"/>
              <a:t>‹#›</a:t>
            </a:fld>
            <a:r>
              <a:rPr lang="fr-FR" dirty="0">
                <a:solidFill>
                  <a:schemeClr val="tx1"/>
                </a:solidFill>
              </a:rPr>
              <a:t> sur [x]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1CB6706-EDB1-1915-9F0C-C1370D93B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01711" y="1782149"/>
            <a:ext cx="2988000" cy="190800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442B428-71FE-57CD-6747-E727DF40D1CB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3801711" y="2083529"/>
            <a:ext cx="29880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866646F-75D6-4F5C-BEB0-96E3333C71D5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7053137" y="2083529"/>
            <a:ext cx="2988000" cy="3363055"/>
          </a:xfrm>
        </p:spPr>
        <p:txBody>
          <a:bodyPr lIns="0" tIns="0" rIns="0" bIns="0" anchor="t" anchorCtr="0">
            <a:noAutofit/>
          </a:bodyPr>
          <a:lstStyle>
            <a:lvl1pPr marL="0" indent="0" algn="just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F3F1CDE-2FA9-B104-AD32-DEDDEA9FC136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50285" y="2083529"/>
            <a:ext cx="2988000" cy="3363055"/>
          </a:xfrm>
        </p:spPr>
        <p:txBody>
          <a:bodyPr lIns="0" tIns="0" rIns="0" bIns="0" anchor="t" anchorCtr="0">
            <a:noAutofit/>
          </a:bodyPr>
          <a:lstStyle>
            <a:lvl1pPr marL="0" indent="0" algn="just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D80B67A-F97B-933A-2948-7CA3B28AE75C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0285" y="334227"/>
            <a:ext cx="7509982" cy="913889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8362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 [Title] - 67 [Blank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8DA89F-9556-6101-DC8A-9196C4157FDC}"/>
              </a:ext>
            </a:extLst>
          </p:cNvPr>
          <p:cNvCxnSpPr>
            <a:cxnSpLocks/>
          </p:cNvCxnSpPr>
          <p:nvPr userDrawn="1"/>
        </p:nvCxnSpPr>
        <p:spPr>
          <a:xfrm>
            <a:off x="550285" y="2018511"/>
            <a:ext cx="2988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550285" y="1413166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FF112FCC-54F9-DA6A-4FAE-C6320220F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85" y="1782149"/>
            <a:ext cx="2988000" cy="190800"/>
          </a:xfrm>
        </p:spPr>
        <p:txBody>
          <a:bodyPr lIns="0" tIns="0" rIns="0" bIns="0" anchor="ctr" anchorCtr="0">
            <a:noAutofit/>
          </a:bodyPr>
          <a:lstStyle>
            <a:lvl1pPr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550285" y="7034646"/>
            <a:ext cx="959124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724FC24-77E8-88FA-DAF9-4CEEDAF9C157}"/>
              </a:ext>
            </a:extLst>
          </p:cNvPr>
          <p:cNvSpPr txBox="1"/>
          <p:nvPr userDrawn="1"/>
        </p:nvSpPr>
        <p:spPr>
          <a:xfrm>
            <a:off x="550286" y="7148947"/>
            <a:ext cx="9455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S-M.C</a:t>
            </a:r>
            <a:endParaRPr lang="en-GB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ZoneTexte 6">
            <a:extLst>
              <a:ext uri="{FF2B5EF4-FFF2-40B4-BE49-F238E27FC236}">
                <a16:creationId xmlns:a16="http://schemas.microsoft.com/office/drawing/2014/main" id="{D81FA809-F061-88CE-AD0D-CA176188D8B1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>
                <a:solidFill>
                  <a:schemeClr val="tx1"/>
                </a:solidFill>
              </a:rPr>
              <a:t>Page </a:t>
            </a:r>
            <a:fld id="{4F80CF6B-0835-448E-B7F5-D3A000EA7E75}" type="slidenum">
              <a:rPr lang="fr-FR" smtClean="0">
                <a:solidFill>
                  <a:schemeClr val="tx1"/>
                </a:solidFill>
              </a:rPr>
              <a:pPr lvl="0"/>
              <a:t>‹#›</a:t>
            </a:fld>
            <a:r>
              <a:rPr lang="fr-FR" dirty="0">
                <a:solidFill>
                  <a:schemeClr val="tx1"/>
                </a:solidFill>
              </a:rPr>
              <a:t> sur [x]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0B75037-69EB-E328-DA6A-F5DDB946109B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50285" y="2083529"/>
            <a:ext cx="29880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0B1AFA0-04BF-8DA4-4867-74536EB9EE76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3802337" y="2083529"/>
            <a:ext cx="6238800" cy="3363055"/>
          </a:xfrm>
        </p:spPr>
        <p:txBody>
          <a:bodyPr lIns="0" tIns="0" rIns="0" bIns="0" anchor="t" anchorCtr="0">
            <a:noAutofit/>
          </a:bodyPr>
          <a:lstStyle>
            <a:lvl1pPr marL="0" indent="0" algn="just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34D5ECE-F9D9-6F7A-3928-F31271830FF9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0285" y="334227"/>
            <a:ext cx="7509982" cy="913889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4485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7 [Blank] - 33 [Titl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550285" y="1413166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AF0C8D-B9D4-AE67-93E2-0BBF9EE05226}"/>
              </a:ext>
            </a:extLst>
          </p:cNvPr>
          <p:cNvCxnSpPr>
            <a:cxnSpLocks/>
          </p:cNvCxnSpPr>
          <p:nvPr userDrawn="1"/>
        </p:nvCxnSpPr>
        <p:spPr>
          <a:xfrm>
            <a:off x="7053137" y="2018511"/>
            <a:ext cx="2988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550285" y="7034646"/>
            <a:ext cx="959124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724FC24-77E8-88FA-DAF9-4CEEDAF9C157}"/>
              </a:ext>
            </a:extLst>
          </p:cNvPr>
          <p:cNvSpPr txBox="1"/>
          <p:nvPr userDrawn="1"/>
        </p:nvSpPr>
        <p:spPr>
          <a:xfrm>
            <a:off x="550286" y="7148947"/>
            <a:ext cx="9455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S-M.C</a:t>
            </a:r>
            <a:endParaRPr lang="en-GB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ZoneTexte 6">
            <a:extLst>
              <a:ext uri="{FF2B5EF4-FFF2-40B4-BE49-F238E27FC236}">
                <a16:creationId xmlns:a16="http://schemas.microsoft.com/office/drawing/2014/main" id="{D81FA809-F061-88CE-AD0D-CA176188D8B1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>
                <a:solidFill>
                  <a:schemeClr val="tx1"/>
                </a:solidFill>
              </a:rPr>
              <a:t>Page </a:t>
            </a:r>
            <a:fld id="{4F80CF6B-0835-448E-B7F5-D3A000EA7E75}" type="slidenum">
              <a:rPr lang="fr-FR" smtClean="0">
                <a:solidFill>
                  <a:schemeClr val="tx1"/>
                </a:solidFill>
              </a:rPr>
              <a:pPr lvl="0"/>
              <a:t>‹#›</a:t>
            </a:fld>
            <a:r>
              <a:rPr lang="fr-FR" dirty="0">
                <a:solidFill>
                  <a:schemeClr val="tx1"/>
                </a:solidFill>
              </a:rPr>
              <a:t> sur [x]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1A16A519-7EB8-18E0-F423-43829FD47B88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7053137" y="1782149"/>
            <a:ext cx="2988000" cy="190800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3216B56-48B5-9C7C-FCF5-6868F43EF71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7053137" y="2083529"/>
            <a:ext cx="29880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2E08557-FA5A-7EAF-5A4B-B9E16A873AE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550285" y="2083529"/>
            <a:ext cx="6238800" cy="3363055"/>
          </a:xfrm>
        </p:spPr>
        <p:txBody>
          <a:bodyPr lIns="0" tIns="0" rIns="0" bIns="0" anchor="t" anchorCtr="0">
            <a:noAutofit/>
          </a:bodyPr>
          <a:lstStyle>
            <a:lvl1pPr marL="0" indent="0" algn="just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C3773E0-E856-44F2-329C-3FC1D1AEA35E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0285" y="334227"/>
            <a:ext cx="7509982" cy="913889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7231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0 [Title] - 50 [Blank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8DA89F-9556-6101-DC8A-9196C4157FDC}"/>
              </a:ext>
            </a:extLst>
          </p:cNvPr>
          <p:cNvCxnSpPr>
            <a:cxnSpLocks/>
          </p:cNvCxnSpPr>
          <p:nvPr userDrawn="1"/>
        </p:nvCxnSpPr>
        <p:spPr>
          <a:xfrm>
            <a:off x="550285" y="2018511"/>
            <a:ext cx="4590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550285" y="1413166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FF112FCC-54F9-DA6A-4FAE-C6320220F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85" y="1782149"/>
            <a:ext cx="4590000" cy="190800"/>
          </a:xfrm>
        </p:spPr>
        <p:txBody>
          <a:bodyPr lIns="0" tIns="0" rIns="0" bIns="0" anchor="ctr" anchorCtr="0">
            <a:noAutofit/>
          </a:bodyPr>
          <a:lstStyle>
            <a:lvl1pPr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550285" y="7034646"/>
            <a:ext cx="959124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724FC24-77E8-88FA-DAF9-4CEEDAF9C157}"/>
              </a:ext>
            </a:extLst>
          </p:cNvPr>
          <p:cNvSpPr txBox="1"/>
          <p:nvPr userDrawn="1"/>
        </p:nvSpPr>
        <p:spPr>
          <a:xfrm>
            <a:off x="550286" y="7148947"/>
            <a:ext cx="9455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S-M.C</a:t>
            </a:r>
            <a:endParaRPr lang="en-GB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ZoneTexte 6">
            <a:extLst>
              <a:ext uri="{FF2B5EF4-FFF2-40B4-BE49-F238E27FC236}">
                <a16:creationId xmlns:a16="http://schemas.microsoft.com/office/drawing/2014/main" id="{D81FA809-F061-88CE-AD0D-CA176188D8B1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>
                <a:solidFill>
                  <a:schemeClr val="tx1"/>
                </a:solidFill>
              </a:rPr>
              <a:t>Page </a:t>
            </a:r>
            <a:fld id="{4F80CF6B-0835-448E-B7F5-D3A000EA7E75}" type="slidenum">
              <a:rPr lang="fr-FR" smtClean="0">
                <a:solidFill>
                  <a:schemeClr val="tx1"/>
                </a:solidFill>
              </a:rPr>
              <a:pPr lvl="0"/>
              <a:t>‹#›</a:t>
            </a:fld>
            <a:r>
              <a:rPr lang="fr-FR" dirty="0">
                <a:solidFill>
                  <a:schemeClr val="tx1"/>
                </a:solidFill>
              </a:rPr>
              <a:t> sur [x]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C802057-1AF6-B562-0252-8E2CA76BAC9E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5451137" y="2083529"/>
            <a:ext cx="4590000" cy="3363055"/>
          </a:xfrm>
        </p:spPr>
        <p:txBody>
          <a:bodyPr lIns="0" tIns="0" rIns="0" bIns="0" anchor="t" anchorCtr="0">
            <a:noAutofit/>
          </a:bodyPr>
          <a:lstStyle>
            <a:lvl1pPr marL="0" indent="0" algn="just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33BFB-B58A-F88A-9F87-AB32025D88B8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550285" y="2083529"/>
            <a:ext cx="45900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C8DE1B8-3CC6-88C0-1885-566182DCC70A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0285" y="334227"/>
            <a:ext cx="7509982" cy="913889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40727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 [Blank] - 50 [Titl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8DA89F-9556-6101-DC8A-9196C4157FDC}"/>
              </a:ext>
            </a:extLst>
          </p:cNvPr>
          <p:cNvCxnSpPr>
            <a:cxnSpLocks/>
          </p:cNvCxnSpPr>
          <p:nvPr userDrawn="1"/>
        </p:nvCxnSpPr>
        <p:spPr>
          <a:xfrm>
            <a:off x="5451137" y="2018511"/>
            <a:ext cx="4590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550285" y="1413166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FF112FCC-54F9-DA6A-4FAE-C6320220F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1137" y="1782149"/>
            <a:ext cx="4590000" cy="190800"/>
          </a:xfrm>
        </p:spPr>
        <p:txBody>
          <a:bodyPr lIns="0" tIns="0" rIns="0" bIns="0" anchor="ctr" anchorCtr="0">
            <a:noAutofit/>
          </a:bodyPr>
          <a:lstStyle>
            <a:lvl1pPr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550285" y="7034646"/>
            <a:ext cx="959124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724FC24-77E8-88FA-DAF9-4CEEDAF9C157}"/>
              </a:ext>
            </a:extLst>
          </p:cNvPr>
          <p:cNvSpPr txBox="1"/>
          <p:nvPr userDrawn="1"/>
        </p:nvSpPr>
        <p:spPr>
          <a:xfrm>
            <a:off x="550286" y="7148947"/>
            <a:ext cx="9455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S-M.C</a:t>
            </a:r>
            <a:endParaRPr lang="en-GB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ZoneTexte 6">
            <a:extLst>
              <a:ext uri="{FF2B5EF4-FFF2-40B4-BE49-F238E27FC236}">
                <a16:creationId xmlns:a16="http://schemas.microsoft.com/office/drawing/2014/main" id="{D81FA809-F061-88CE-AD0D-CA176188D8B1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>
                <a:solidFill>
                  <a:schemeClr val="tx1"/>
                </a:solidFill>
              </a:rPr>
              <a:t>Page </a:t>
            </a:r>
            <a:fld id="{4F80CF6B-0835-448E-B7F5-D3A000EA7E75}" type="slidenum">
              <a:rPr lang="fr-FR" smtClean="0">
                <a:solidFill>
                  <a:schemeClr val="tx1"/>
                </a:solidFill>
              </a:rPr>
              <a:pPr lvl="0"/>
              <a:t>‹#›</a:t>
            </a:fld>
            <a:r>
              <a:rPr lang="fr-FR" dirty="0">
                <a:solidFill>
                  <a:schemeClr val="tx1"/>
                </a:solidFill>
              </a:rPr>
              <a:t> sur [x]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93B7BB1-FD35-387F-E2B5-86F598F67615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451137" y="2083529"/>
            <a:ext cx="45900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0176D7D-5C29-9837-D76A-2E440D0C3215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550285" y="2083529"/>
            <a:ext cx="4590000" cy="3363055"/>
          </a:xfrm>
        </p:spPr>
        <p:txBody>
          <a:bodyPr lIns="0" tIns="0" rIns="0" bIns="0" anchor="t" anchorCtr="0">
            <a:noAutofit/>
          </a:bodyPr>
          <a:lstStyle>
            <a:lvl1pPr marL="0" indent="0" algn="just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A094164-8841-6A5A-2DEC-B60DB2C69D81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0285" y="334227"/>
            <a:ext cx="7509982" cy="913889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5402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 [Title] - 50 [Titl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550285" y="1413166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550285" y="7034646"/>
            <a:ext cx="959124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724FC24-77E8-88FA-DAF9-4CEEDAF9C157}"/>
              </a:ext>
            </a:extLst>
          </p:cNvPr>
          <p:cNvSpPr txBox="1"/>
          <p:nvPr userDrawn="1"/>
        </p:nvSpPr>
        <p:spPr>
          <a:xfrm>
            <a:off x="550286" y="7148947"/>
            <a:ext cx="9455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S-M.C</a:t>
            </a:r>
            <a:endParaRPr lang="en-GB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ZoneTexte 6">
            <a:extLst>
              <a:ext uri="{FF2B5EF4-FFF2-40B4-BE49-F238E27FC236}">
                <a16:creationId xmlns:a16="http://schemas.microsoft.com/office/drawing/2014/main" id="{D81FA809-F061-88CE-AD0D-CA176188D8B1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>
                <a:solidFill>
                  <a:schemeClr val="tx1"/>
                </a:solidFill>
              </a:rPr>
              <a:t>Page </a:t>
            </a:r>
            <a:fld id="{4F80CF6B-0835-448E-B7F5-D3A000EA7E75}" type="slidenum">
              <a:rPr lang="fr-FR" smtClean="0">
                <a:solidFill>
                  <a:schemeClr val="tx1"/>
                </a:solidFill>
              </a:rPr>
              <a:pPr lvl="0"/>
              <a:t>‹#›</a:t>
            </a:fld>
            <a:r>
              <a:rPr lang="fr-FR" dirty="0">
                <a:solidFill>
                  <a:schemeClr val="tx1"/>
                </a:solidFill>
              </a:rPr>
              <a:t> sur [x]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EE0D7A-E9E2-C044-5A87-8F1D8D12A4C4}"/>
              </a:ext>
            </a:extLst>
          </p:cNvPr>
          <p:cNvCxnSpPr>
            <a:cxnSpLocks/>
          </p:cNvCxnSpPr>
          <p:nvPr userDrawn="1"/>
        </p:nvCxnSpPr>
        <p:spPr>
          <a:xfrm>
            <a:off x="5451137" y="2018511"/>
            <a:ext cx="4590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D443F6EF-CB5F-53C9-9D8A-A64D32F2C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1137" y="1782149"/>
            <a:ext cx="4590000" cy="190800"/>
          </a:xfrm>
        </p:spPr>
        <p:txBody>
          <a:bodyPr lIns="0" tIns="0" rIns="0" bIns="0" anchor="ctr" anchorCtr="0">
            <a:noAutofit/>
          </a:bodyPr>
          <a:lstStyle>
            <a:lvl1pPr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4B9BA5-B03C-C39A-F82C-1605FA92F804}"/>
              </a:ext>
            </a:extLst>
          </p:cNvPr>
          <p:cNvCxnSpPr>
            <a:cxnSpLocks/>
          </p:cNvCxnSpPr>
          <p:nvPr userDrawn="1"/>
        </p:nvCxnSpPr>
        <p:spPr>
          <a:xfrm>
            <a:off x="550285" y="2018511"/>
            <a:ext cx="4590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EC8BDBCA-1EC0-C4C0-6816-FD0C83D963A8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550285" y="1782150"/>
            <a:ext cx="4590000" cy="190800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7EA0981-9742-17B8-DB8A-01C52ECF0911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451137" y="2083529"/>
            <a:ext cx="45900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B219D577-E5E5-AAC9-4458-786396EC8FC8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550285" y="2083529"/>
            <a:ext cx="45900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3E91066-25DE-0561-1628-84AD87B660A5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0285" y="334227"/>
            <a:ext cx="7509982" cy="913889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6381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7 [Title] - 33 [Blank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8DA89F-9556-6101-DC8A-9196C4157FDC}"/>
              </a:ext>
            </a:extLst>
          </p:cNvPr>
          <p:cNvCxnSpPr>
            <a:cxnSpLocks/>
          </p:cNvCxnSpPr>
          <p:nvPr userDrawn="1"/>
        </p:nvCxnSpPr>
        <p:spPr>
          <a:xfrm>
            <a:off x="550285" y="2018511"/>
            <a:ext cx="62388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550285" y="1413166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FF112FCC-54F9-DA6A-4FAE-C6320220F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85" y="1782149"/>
            <a:ext cx="6239426" cy="190800"/>
          </a:xfrm>
        </p:spPr>
        <p:txBody>
          <a:bodyPr lIns="0" tIns="0" rIns="0" bIns="0" anchor="ctr" anchorCtr="0">
            <a:noAutofit/>
          </a:bodyPr>
          <a:lstStyle>
            <a:lvl1pPr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550285" y="7034646"/>
            <a:ext cx="959124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724FC24-77E8-88FA-DAF9-4CEEDAF9C157}"/>
              </a:ext>
            </a:extLst>
          </p:cNvPr>
          <p:cNvSpPr txBox="1"/>
          <p:nvPr userDrawn="1"/>
        </p:nvSpPr>
        <p:spPr>
          <a:xfrm>
            <a:off x="550286" y="7148947"/>
            <a:ext cx="9455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S-M.C</a:t>
            </a:r>
            <a:endParaRPr lang="en-GB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ZoneTexte 6">
            <a:extLst>
              <a:ext uri="{FF2B5EF4-FFF2-40B4-BE49-F238E27FC236}">
                <a16:creationId xmlns:a16="http://schemas.microsoft.com/office/drawing/2014/main" id="{D81FA809-F061-88CE-AD0D-CA176188D8B1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>
                <a:solidFill>
                  <a:schemeClr val="tx1"/>
                </a:solidFill>
              </a:rPr>
              <a:t>Page </a:t>
            </a:r>
            <a:fld id="{4F80CF6B-0835-448E-B7F5-D3A000EA7E75}" type="slidenum">
              <a:rPr lang="fr-FR" smtClean="0">
                <a:solidFill>
                  <a:schemeClr val="tx1"/>
                </a:solidFill>
              </a:rPr>
              <a:pPr lvl="0"/>
              <a:t>‹#›</a:t>
            </a:fld>
            <a:r>
              <a:rPr lang="fr-FR" dirty="0">
                <a:solidFill>
                  <a:schemeClr val="tx1"/>
                </a:solidFill>
              </a:rPr>
              <a:t> sur [x]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2261293-BBC9-8EEC-0B5F-4E29868720D5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550285" y="2083529"/>
            <a:ext cx="62388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9EE30D6-C112-03DE-7398-CF743EE2E3ED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7053137" y="2083529"/>
            <a:ext cx="2988000" cy="3363055"/>
          </a:xfrm>
        </p:spPr>
        <p:txBody>
          <a:bodyPr lIns="0" tIns="0" rIns="0" bIns="0" anchor="t" anchorCtr="0">
            <a:noAutofit/>
          </a:bodyPr>
          <a:lstStyle>
            <a:lvl1pPr marL="0" indent="0" algn="just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F8C6C30-98F2-2381-2D73-4CFCA01CC254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0285" y="334227"/>
            <a:ext cx="7509982" cy="913889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556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7 [Title] - 33 [Titl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8DA89F-9556-6101-DC8A-9196C4157FDC}"/>
              </a:ext>
            </a:extLst>
          </p:cNvPr>
          <p:cNvCxnSpPr>
            <a:cxnSpLocks/>
          </p:cNvCxnSpPr>
          <p:nvPr userDrawn="1"/>
        </p:nvCxnSpPr>
        <p:spPr>
          <a:xfrm>
            <a:off x="550285" y="2018511"/>
            <a:ext cx="62388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550285" y="1413166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FF112FCC-54F9-DA6A-4FAE-C6320220F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85" y="1782149"/>
            <a:ext cx="6239426" cy="190800"/>
          </a:xfrm>
        </p:spPr>
        <p:txBody>
          <a:bodyPr lIns="0" tIns="0" rIns="0" bIns="0" anchor="ctr" anchorCtr="0">
            <a:noAutofit/>
          </a:bodyPr>
          <a:lstStyle>
            <a:lvl1pPr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550285" y="7034646"/>
            <a:ext cx="959124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724FC24-77E8-88FA-DAF9-4CEEDAF9C157}"/>
              </a:ext>
            </a:extLst>
          </p:cNvPr>
          <p:cNvSpPr txBox="1"/>
          <p:nvPr userDrawn="1"/>
        </p:nvSpPr>
        <p:spPr>
          <a:xfrm>
            <a:off x="550286" y="7148947"/>
            <a:ext cx="9455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S-M.C</a:t>
            </a:r>
            <a:endParaRPr lang="en-GB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ZoneTexte 6">
            <a:extLst>
              <a:ext uri="{FF2B5EF4-FFF2-40B4-BE49-F238E27FC236}">
                <a16:creationId xmlns:a16="http://schemas.microsoft.com/office/drawing/2014/main" id="{D81FA809-F061-88CE-AD0D-CA176188D8B1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>
                <a:solidFill>
                  <a:schemeClr val="tx1"/>
                </a:solidFill>
              </a:rPr>
              <a:t>Page </a:t>
            </a:r>
            <a:fld id="{4F80CF6B-0835-448E-B7F5-D3A000EA7E75}" type="slidenum">
              <a:rPr lang="fr-FR" smtClean="0">
                <a:solidFill>
                  <a:schemeClr val="tx1"/>
                </a:solidFill>
              </a:rPr>
              <a:pPr lvl="0"/>
              <a:t>‹#›</a:t>
            </a:fld>
            <a:r>
              <a:rPr lang="fr-FR" dirty="0">
                <a:solidFill>
                  <a:schemeClr val="tx1"/>
                </a:solidFill>
              </a:rPr>
              <a:t> sur [x]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8B148F2-2FA7-E719-6B8B-21E3C7779054}"/>
              </a:ext>
            </a:extLst>
          </p:cNvPr>
          <p:cNvCxnSpPr>
            <a:cxnSpLocks/>
          </p:cNvCxnSpPr>
          <p:nvPr userDrawn="1"/>
        </p:nvCxnSpPr>
        <p:spPr>
          <a:xfrm>
            <a:off x="7053137" y="2018511"/>
            <a:ext cx="2988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722ACE8-AB28-8A79-114C-6CFA995F6ED0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7053137" y="1782149"/>
            <a:ext cx="2988000" cy="190800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E205E49-7596-E8A4-E537-665B10004F8D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550285" y="2083529"/>
            <a:ext cx="62388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0FE1AE12-1E40-2B12-0902-83C0BE0989B5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7053137" y="2083529"/>
            <a:ext cx="29880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AD25138-6AE6-4C98-955B-774120CD16AC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0285" y="334227"/>
            <a:ext cx="7509982" cy="913889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8800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 [Blank] - 67 [Titl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550285" y="1413166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6869E4-379E-3F83-E06C-7D561CC785FD}"/>
              </a:ext>
            </a:extLst>
          </p:cNvPr>
          <p:cNvCxnSpPr>
            <a:cxnSpLocks/>
          </p:cNvCxnSpPr>
          <p:nvPr userDrawn="1"/>
        </p:nvCxnSpPr>
        <p:spPr>
          <a:xfrm>
            <a:off x="3801711" y="2018511"/>
            <a:ext cx="62388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550285" y="7034646"/>
            <a:ext cx="959124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724FC24-77E8-88FA-DAF9-4CEEDAF9C157}"/>
              </a:ext>
            </a:extLst>
          </p:cNvPr>
          <p:cNvSpPr txBox="1"/>
          <p:nvPr userDrawn="1"/>
        </p:nvSpPr>
        <p:spPr>
          <a:xfrm>
            <a:off x="550286" y="7148947"/>
            <a:ext cx="9455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S-M.C</a:t>
            </a:r>
            <a:endParaRPr lang="en-GB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ZoneTexte 6">
            <a:extLst>
              <a:ext uri="{FF2B5EF4-FFF2-40B4-BE49-F238E27FC236}">
                <a16:creationId xmlns:a16="http://schemas.microsoft.com/office/drawing/2014/main" id="{D81FA809-F061-88CE-AD0D-CA176188D8B1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>
                <a:solidFill>
                  <a:schemeClr val="tx1"/>
                </a:solidFill>
              </a:rPr>
              <a:t>Page </a:t>
            </a:r>
            <a:fld id="{4F80CF6B-0835-448E-B7F5-D3A000EA7E75}" type="slidenum">
              <a:rPr lang="fr-FR" smtClean="0">
                <a:solidFill>
                  <a:schemeClr val="tx1"/>
                </a:solidFill>
              </a:rPr>
              <a:pPr lvl="0"/>
              <a:t>‹#›</a:t>
            </a:fld>
            <a:r>
              <a:rPr lang="fr-FR" dirty="0">
                <a:solidFill>
                  <a:schemeClr val="tx1"/>
                </a:solidFill>
              </a:rPr>
              <a:t> sur [x]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1CB6706-EDB1-1915-9F0C-C1370D93B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01711" y="1782149"/>
            <a:ext cx="6239426" cy="190800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CC3FEEF-7B6D-6C1F-B0D1-79EBDD3B5D0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3802337" y="2083529"/>
            <a:ext cx="62388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5F6D14A-1DB7-D0FA-E09E-9FD63CA6101A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50285" y="2083529"/>
            <a:ext cx="2988000" cy="3363055"/>
          </a:xfrm>
        </p:spPr>
        <p:txBody>
          <a:bodyPr lIns="0" tIns="0" rIns="0" bIns="0" anchor="t" anchorCtr="0">
            <a:noAutofit/>
          </a:bodyPr>
          <a:lstStyle>
            <a:lvl1pPr marL="0" indent="0" algn="just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F20C83F-F111-78EB-D99B-82930B8F87B7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0285" y="334227"/>
            <a:ext cx="7509982" cy="913889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5064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 [Title] - 67 [Titl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550285" y="1413166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6869E4-379E-3F83-E06C-7D561CC785FD}"/>
              </a:ext>
            </a:extLst>
          </p:cNvPr>
          <p:cNvCxnSpPr>
            <a:cxnSpLocks/>
          </p:cNvCxnSpPr>
          <p:nvPr userDrawn="1"/>
        </p:nvCxnSpPr>
        <p:spPr>
          <a:xfrm>
            <a:off x="3801711" y="2018511"/>
            <a:ext cx="62388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550285" y="7034646"/>
            <a:ext cx="959124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724FC24-77E8-88FA-DAF9-4CEEDAF9C157}"/>
              </a:ext>
            </a:extLst>
          </p:cNvPr>
          <p:cNvSpPr txBox="1"/>
          <p:nvPr userDrawn="1"/>
        </p:nvSpPr>
        <p:spPr>
          <a:xfrm>
            <a:off x="550286" y="7148947"/>
            <a:ext cx="9455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S-M.C</a:t>
            </a:r>
            <a:endParaRPr lang="en-GB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ZoneTexte 6">
            <a:extLst>
              <a:ext uri="{FF2B5EF4-FFF2-40B4-BE49-F238E27FC236}">
                <a16:creationId xmlns:a16="http://schemas.microsoft.com/office/drawing/2014/main" id="{D81FA809-F061-88CE-AD0D-CA176188D8B1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>
                <a:solidFill>
                  <a:schemeClr val="tx1"/>
                </a:solidFill>
              </a:rPr>
              <a:t>Page </a:t>
            </a:r>
            <a:fld id="{4F80CF6B-0835-448E-B7F5-D3A000EA7E75}" type="slidenum">
              <a:rPr lang="fr-FR" smtClean="0">
                <a:solidFill>
                  <a:schemeClr val="tx1"/>
                </a:solidFill>
              </a:rPr>
              <a:pPr lvl="0"/>
              <a:t>‹#›</a:t>
            </a:fld>
            <a:r>
              <a:rPr lang="fr-FR" dirty="0">
                <a:solidFill>
                  <a:schemeClr val="tx1"/>
                </a:solidFill>
              </a:rPr>
              <a:t> sur [x]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1CB6706-EDB1-1915-9F0C-C1370D93B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01711" y="1782149"/>
            <a:ext cx="6239426" cy="190800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D451859-B789-00FC-EE40-B9E9470A4B94}"/>
              </a:ext>
            </a:extLst>
          </p:cNvPr>
          <p:cNvCxnSpPr>
            <a:cxnSpLocks/>
          </p:cNvCxnSpPr>
          <p:nvPr userDrawn="1"/>
        </p:nvCxnSpPr>
        <p:spPr>
          <a:xfrm>
            <a:off x="550285" y="2018511"/>
            <a:ext cx="2988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BF3654F6-A8BE-EE08-7508-8DD3F7F59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85" y="1782149"/>
            <a:ext cx="2988000" cy="190800"/>
          </a:xfrm>
        </p:spPr>
        <p:txBody>
          <a:bodyPr lIns="0" tIns="0" rIns="0" bIns="0" anchor="ctr" anchorCtr="0">
            <a:noAutofit/>
          </a:bodyPr>
          <a:lstStyle>
            <a:lvl1pPr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FAF02E9-2FE8-A040-6E1D-64B7B8C250CF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3802337" y="2083529"/>
            <a:ext cx="62388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87DBBE4-0E88-2283-B385-24FF8898D180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50285" y="2083529"/>
            <a:ext cx="29880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890AD68-5F04-E159-F522-A11310D656A6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0285" y="334227"/>
            <a:ext cx="7509982" cy="913889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8147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0 [Titl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8DA89F-9556-6101-DC8A-9196C4157FDC}"/>
              </a:ext>
            </a:extLst>
          </p:cNvPr>
          <p:cNvCxnSpPr>
            <a:cxnSpLocks/>
          </p:cNvCxnSpPr>
          <p:nvPr userDrawn="1"/>
        </p:nvCxnSpPr>
        <p:spPr>
          <a:xfrm>
            <a:off x="550285" y="2018511"/>
            <a:ext cx="94896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550285" y="1413166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FF112FCC-54F9-DA6A-4FAE-C6320220F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85" y="1782149"/>
            <a:ext cx="9490852" cy="190800"/>
          </a:xfrm>
        </p:spPr>
        <p:txBody>
          <a:bodyPr lIns="0" tIns="0" rIns="0" bIns="0" anchor="ctr" anchorCtr="0">
            <a:noAutofit/>
          </a:bodyPr>
          <a:lstStyle>
            <a:lvl1pPr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550285" y="7034646"/>
            <a:ext cx="959124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724FC24-77E8-88FA-DAF9-4CEEDAF9C157}"/>
              </a:ext>
            </a:extLst>
          </p:cNvPr>
          <p:cNvSpPr txBox="1"/>
          <p:nvPr userDrawn="1"/>
        </p:nvSpPr>
        <p:spPr>
          <a:xfrm>
            <a:off x="550286" y="7148947"/>
            <a:ext cx="9455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S-M.C</a:t>
            </a:r>
            <a:endParaRPr lang="en-GB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ZoneTexte 6">
            <a:extLst>
              <a:ext uri="{FF2B5EF4-FFF2-40B4-BE49-F238E27FC236}">
                <a16:creationId xmlns:a16="http://schemas.microsoft.com/office/drawing/2014/main" id="{D81FA809-F061-88CE-AD0D-CA176188D8B1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>
                <a:solidFill>
                  <a:schemeClr val="tx1"/>
                </a:solidFill>
              </a:rPr>
              <a:t>Page </a:t>
            </a:r>
            <a:fld id="{4F80CF6B-0835-448E-B7F5-D3A000EA7E75}" type="slidenum">
              <a:rPr lang="fr-FR" smtClean="0">
                <a:solidFill>
                  <a:schemeClr val="tx1"/>
                </a:solidFill>
              </a:rPr>
              <a:pPr lvl="0"/>
              <a:t>‹#›</a:t>
            </a:fld>
            <a:r>
              <a:rPr lang="fr-FR" dirty="0">
                <a:solidFill>
                  <a:schemeClr val="tx1"/>
                </a:solidFill>
              </a:rPr>
              <a:t> sur [x]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A0DEB71-50E9-4C03-C0FA-72D769E6F4B0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50285" y="2083529"/>
            <a:ext cx="9489600" cy="3363055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56AD09-21A9-F69F-DFB2-E9AA113A18B9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0285" y="334227"/>
            <a:ext cx="7509982" cy="913889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95416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0 [Blank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550285" y="1413166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550285" y="7034646"/>
            <a:ext cx="959124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724FC24-77E8-88FA-DAF9-4CEEDAF9C157}"/>
              </a:ext>
            </a:extLst>
          </p:cNvPr>
          <p:cNvSpPr txBox="1"/>
          <p:nvPr userDrawn="1"/>
        </p:nvSpPr>
        <p:spPr>
          <a:xfrm>
            <a:off x="550286" y="7148947"/>
            <a:ext cx="9455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S-M.C</a:t>
            </a:r>
            <a:endParaRPr lang="en-GB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ZoneTexte 6">
            <a:extLst>
              <a:ext uri="{FF2B5EF4-FFF2-40B4-BE49-F238E27FC236}">
                <a16:creationId xmlns:a16="http://schemas.microsoft.com/office/drawing/2014/main" id="{D81FA809-F061-88CE-AD0D-CA176188D8B1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>
                <a:solidFill>
                  <a:schemeClr val="tx1"/>
                </a:solidFill>
              </a:rPr>
              <a:t>Page </a:t>
            </a:r>
            <a:fld id="{4F80CF6B-0835-448E-B7F5-D3A000EA7E75}" type="slidenum">
              <a:rPr lang="fr-FR" smtClean="0">
                <a:solidFill>
                  <a:schemeClr val="tx1"/>
                </a:solidFill>
              </a:rPr>
              <a:pPr lvl="0"/>
              <a:t>‹#›</a:t>
            </a:fld>
            <a:r>
              <a:rPr lang="fr-FR" dirty="0">
                <a:solidFill>
                  <a:schemeClr val="tx1"/>
                </a:solidFill>
              </a:rPr>
              <a:t> sur [x]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CF9EC70-C6D4-1DA9-20A9-35E00E872441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0285" y="334227"/>
            <a:ext cx="7509982" cy="913889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6201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pe of 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B3AB9D-BDE0-82AD-629B-05D25E580009}"/>
              </a:ext>
            </a:extLst>
          </p:cNvPr>
          <p:cNvSpPr/>
          <p:nvPr userDrawn="1"/>
        </p:nvSpPr>
        <p:spPr>
          <a:xfrm flipH="1">
            <a:off x="0" y="0"/>
            <a:ext cx="3647205" cy="7559675"/>
          </a:xfrm>
          <a:prstGeom prst="rect">
            <a:avLst/>
          </a:prstGeom>
          <a:solidFill>
            <a:srgbClr val="FAF8F4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8DA89F-9556-6101-DC8A-9196C4157FDC}"/>
              </a:ext>
            </a:extLst>
          </p:cNvPr>
          <p:cNvCxnSpPr>
            <a:cxnSpLocks/>
          </p:cNvCxnSpPr>
          <p:nvPr userDrawn="1"/>
        </p:nvCxnSpPr>
        <p:spPr>
          <a:xfrm>
            <a:off x="550285" y="2018511"/>
            <a:ext cx="2880000" cy="0"/>
          </a:xfrm>
          <a:prstGeom prst="line">
            <a:avLst/>
          </a:prstGeom>
          <a:ln w="63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3910519" y="1140792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FF112FCC-54F9-DA6A-4FAE-C6320220F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85" y="1782149"/>
            <a:ext cx="2880000" cy="190800"/>
          </a:xfrm>
        </p:spPr>
        <p:txBody>
          <a:bodyPr lIns="0" tIns="0" rIns="0" bIns="0" anchor="ctr" anchorCtr="0">
            <a:noAutofit/>
          </a:bodyPr>
          <a:lstStyle>
            <a:lvl1pPr>
              <a:defRPr sz="10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3910334" y="7034646"/>
            <a:ext cx="61308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ZoneTexte 6">
            <a:extLst>
              <a:ext uri="{FF2B5EF4-FFF2-40B4-BE49-F238E27FC236}">
                <a16:creationId xmlns:a16="http://schemas.microsoft.com/office/drawing/2014/main" id="{D81FA809-F061-88CE-AD0D-CA176188D8B1}"/>
              </a:ext>
            </a:extLst>
          </p:cNvPr>
          <p:cNvSpPr txBox="1">
            <a:spLocks/>
          </p:cNvSpPr>
          <p:nvPr userDrawn="1"/>
        </p:nvSpPr>
        <p:spPr>
          <a:xfrm>
            <a:off x="881713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>
                <a:solidFill>
                  <a:schemeClr val="tx1"/>
                </a:solidFill>
              </a:rPr>
              <a:t>Page </a:t>
            </a:r>
            <a:fld id="{4F80CF6B-0835-448E-B7F5-D3A000EA7E75}" type="slidenum">
              <a:rPr lang="fr-FR" smtClean="0">
                <a:solidFill>
                  <a:schemeClr val="tx1"/>
                </a:solidFill>
              </a:rPr>
              <a:pPr lvl="0"/>
              <a:t>‹#›</a:t>
            </a:fld>
            <a:r>
              <a:rPr lang="fr-FR" dirty="0">
                <a:solidFill>
                  <a:schemeClr val="tx1"/>
                </a:solidFill>
              </a:rPr>
              <a:t> sur [x]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0B75037-69EB-E328-DA6A-F5DDB946109B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50285" y="2083529"/>
            <a:ext cx="28800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6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0B1AFA0-04BF-8DA4-4867-74536EB9EE76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3910517" y="2083529"/>
            <a:ext cx="6130617" cy="3363055"/>
          </a:xfrm>
        </p:spPr>
        <p:txBody>
          <a:bodyPr lIns="0" tIns="0" rIns="0" bIns="0" anchor="t" anchorCtr="0">
            <a:noAutofit/>
          </a:bodyPr>
          <a:lstStyle>
            <a:lvl1pPr marL="0" indent="0" algn="just">
              <a:lnSpc>
                <a:spcPct val="160000"/>
              </a:lnSpc>
              <a:spcBef>
                <a:spcPts val="0"/>
              </a:spcBef>
              <a:spcAft>
                <a:spcPts val="900"/>
              </a:spcAft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34D5ECE-F9D9-6F7A-3928-F31271830FF9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3910519" y="334228"/>
            <a:ext cx="6130617" cy="662950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EB5A9CD-05F4-43A0-DD60-280D9F1BBA16}"/>
              </a:ext>
            </a:extLst>
          </p:cNvPr>
          <p:cNvGrpSpPr/>
          <p:nvPr userDrawn="1"/>
        </p:nvGrpSpPr>
        <p:grpSpPr>
          <a:xfrm>
            <a:off x="550285" y="308499"/>
            <a:ext cx="2015829" cy="928020"/>
            <a:chOff x="8958822" y="350063"/>
            <a:chExt cx="1380125" cy="928020"/>
          </a:xfrm>
        </p:grpSpPr>
        <p:sp>
          <p:nvSpPr>
            <p:cNvPr id="10" name="Title 2">
              <a:extLst>
                <a:ext uri="{FF2B5EF4-FFF2-40B4-BE49-F238E27FC236}">
                  <a16:creationId xmlns:a16="http://schemas.microsoft.com/office/drawing/2014/main" id="{38CEFA8F-7484-1F67-6CA5-56995008B7ED}"/>
                </a:ext>
              </a:extLst>
            </p:cNvPr>
            <p:cNvSpPr txBox="1">
              <a:spLocks/>
            </p:cNvSpPr>
            <p:nvPr/>
          </p:nvSpPr>
          <p:spPr>
            <a:xfrm>
              <a:off x="9055306" y="350063"/>
              <a:ext cx="1283641" cy="92802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algn="l" defTabSz="1007943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500" b="1" kern="1200">
                  <a:solidFill>
                    <a:schemeClr val="tx1"/>
                  </a:solidFill>
                  <a:latin typeface="Segoe UI" panose="020B0502040204020203" pitchFamily="34" charset="0"/>
                  <a:ea typeface="+mj-ea"/>
                  <a:cs typeface="Segoe UI" panose="020B0502040204020203" pitchFamily="34" charset="0"/>
                </a:defRPr>
              </a:lvl1pPr>
            </a:lstStyle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fr-FR" sz="800" b="0" noProof="0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Contexte de l’opération</a:t>
              </a:r>
            </a:p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fr-FR" sz="900" b="0" dirty="0"/>
                <a:t>Périmètre des travaux</a:t>
              </a:r>
            </a:p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fr-FR" sz="800" b="0" dirty="0"/>
                <a:t>   </a:t>
              </a:r>
            </a:p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fr-FR" sz="800" b="0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   …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B45B9F9-D984-7B4A-1D7E-4BFC7E631C6E}"/>
                </a:ext>
              </a:extLst>
            </p:cNvPr>
            <p:cNvCxnSpPr>
              <a:cxnSpLocks/>
            </p:cNvCxnSpPr>
            <p:nvPr/>
          </p:nvCxnSpPr>
          <p:spPr>
            <a:xfrm>
              <a:off x="8958822" y="618375"/>
              <a:ext cx="0" cy="18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51170E5-F1FA-7D76-4A23-4E6981815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4268" y="853178"/>
            <a:ext cx="2664000" cy="144000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1047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endrier d'interven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B3AB9D-BDE0-82AD-629B-05D25E580009}"/>
              </a:ext>
            </a:extLst>
          </p:cNvPr>
          <p:cNvSpPr/>
          <p:nvPr userDrawn="1"/>
        </p:nvSpPr>
        <p:spPr>
          <a:xfrm flipH="1">
            <a:off x="-1" y="0"/>
            <a:ext cx="5292000" cy="7559675"/>
          </a:xfrm>
          <a:prstGeom prst="rect">
            <a:avLst/>
          </a:prstGeom>
          <a:solidFill>
            <a:srgbClr val="FAF8F4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5631135" y="1140792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5631135" y="7034646"/>
            <a:ext cx="441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ZoneTexte 6">
            <a:extLst>
              <a:ext uri="{FF2B5EF4-FFF2-40B4-BE49-F238E27FC236}">
                <a16:creationId xmlns:a16="http://schemas.microsoft.com/office/drawing/2014/main" id="{D81FA809-F061-88CE-AD0D-CA176188D8B1}"/>
              </a:ext>
            </a:extLst>
          </p:cNvPr>
          <p:cNvSpPr txBox="1">
            <a:spLocks/>
          </p:cNvSpPr>
          <p:nvPr userDrawn="1"/>
        </p:nvSpPr>
        <p:spPr>
          <a:xfrm>
            <a:off x="881713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>
                <a:solidFill>
                  <a:schemeClr val="tx1"/>
                </a:solidFill>
              </a:rPr>
              <a:t>Page </a:t>
            </a:r>
            <a:fld id="{4F80CF6B-0835-448E-B7F5-D3A000EA7E75}" type="slidenum">
              <a:rPr lang="fr-FR" smtClean="0">
                <a:solidFill>
                  <a:schemeClr val="tx1"/>
                </a:solidFill>
              </a:rPr>
              <a:pPr lvl="0"/>
              <a:t>‹#›</a:t>
            </a:fld>
            <a:r>
              <a:rPr lang="fr-FR" dirty="0">
                <a:solidFill>
                  <a:schemeClr val="tx1"/>
                </a:solidFill>
              </a:rPr>
              <a:t> sur [x]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0B75037-69EB-E328-DA6A-F5DDB946109B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50284" y="2083529"/>
            <a:ext cx="4410811" cy="4307543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6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0B1AFA0-04BF-8DA4-4867-74536EB9EE76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5631135" y="2083529"/>
            <a:ext cx="4410000" cy="3363055"/>
          </a:xfrm>
        </p:spPr>
        <p:txBody>
          <a:bodyPr lIns="0" tIns="0" rIns="0" bIns="0" anchor="t" anchorCtr="0">
            <a:noAutofit/>
          </a:bodyPr>
          <a:lstStyle>
            <a:lvl1pPr marL="0" indent="0" algn="just">
              <a:lnSpc>
                <a:spcPct val="160000"/>
              </a:lnSpc>
              <a:spcBef>
                <a:spcPts val="0"/>
              </a:spcBef>
              <a:spcAft>
                <a:spcPts val="900"/>
              </a:spcAft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34D5ECE-F9D9-6F7A-3928-F31271830FF9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631135" y="334228"/>
            <a:ext cx="4410000" cy="662950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EB5A9CD-05F4-43A0-DD60-280D9F1BBA16}"/>
              </a:ext>
            </a:extLst>
          </p:cNvPr>
          <p:cNvGrpSpPr/>
          <p:nvPr userDrawn="1"/>
        </p:nvGrpSpPr>
        <p:grpSpPr>
          <a:xfrm>
            <a:off x="550285" y="308499"/>
            <a:ext cx="2015829" cy="928020"/>
            <a:chOff x="8958822" y="350063"/>
            <a:chExt cx="1380125" cy="928020"/>
          </a:xfrm>
        </p:grpSpPr>
        <p:sp>
          <p:nvSpPr>
            <p:cNvPr id="10" name="Title 2">
              <a:extLst>
                <a:ext uri="{FF2B5EF4-FFF2-40B4-BE49-F238E27FC236}">
                  <a16:creationId xmlns:a16="http://schemas.microsoft.com/office/drawing/2014/main" id="{38CEFA8F-7484-1F67-6CA5-56995008B7ED}"/>
                </a:ext>
              </a:extLst>
            </p:cNvPr>
            <p:cNvSpPr txBox="1">
              <a:spLocks/>
            </p:cNvSpPr>
            <p:nvPr/>
          </p:nvSpPr>
          <p:spPr>
            <a:xfrm>
              <a:off x="9055306" y="350063"/>
              <a:ext cx="1283641" cy="92802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algn="l" defTabSz="1007943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500" b="1" kern="1200">
                  <a:solidFill>
                    <a:schemeClr val="tx1"/>
                  </a:solidFill>
                  <a:latin typeface="Segoe UI" panose="020B0502040204020203" pitchFamily="34" charset="0"/>
                  <a:ea typeface="+mj-ea"/>
                  <a:cs typeface="Segoe UI" panose="020B0502040204020203" pitchFamily="34" charset="0"/>
                </a:defRPr>
              </a:lvl1pPr>
            </a:lstStyle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fr-FR" sz="800" b="0" noProof="0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Périmètre des travaux</a:t>
              </a:r>
            </a:p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fr-FR" sz="900" b="0" dirty="0"/>
                <a:t>Conditions d’intervention</a:t>
              </a:r>
            </a:p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fr-FR" sz="800" b="0" dirty="0"/>
                <a:t>   Calendrier prévisionnel</a:t>
              </a:r>
            </a:p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fr-FR" sz="800" b="0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   …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B45B9F9-D984-7B4A-1D7E-4BFC7E631C6E}"/>
                </a:ext>
              </a:extLst>
            </p:cNvPr>
            <p:cNvCxnSpPr>
              <a:cxnSpLocks/>
            </p:cNvCxnSpPr>
            <p:nvPr/>
          </p:nvCxnSpPr>
          <p:spPr>
            <a:xfrm>
              <a:off x="8958822" y="618375"/>
              <a:ext cx="0" cy="18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614064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d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B3AB9D-BDE0-82AD-629B-05D25E580009}"/>
              </a:ext>
            </a:extLst>
          </p:cNvPr>
          <p:cNvSpPr/>
          <p:nvPr userDrawn="1"/>
        </p:nvSpPr>
        <p:spPr>
          <a:xfrm flipH="1">
            <a:off x="0" y="0"/>
            <a:ext cx="3647205" cy="7559675"/>
          </a:xfrm>
          <a:prstGeom prst="rect">
            <a:avLst/>
          </a:prstGeom>
          <a:solidFill>
            <a:srgbClr val="FAF8F4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8DA89F-9556-6101-DC8A-9196C4157FDC}"/>
              </a:ext>
            </a:extLst>
          </p:cNvPr>
          <p:cNvCxnSpPr>
            <a:cxnSpLocks/>
          </p:cNvCxnSpPr>
          <p:nvPr userDrawn="1"/>
        </p:nvCxnSpPr>
        <p:spPr>
          <a:xfrm>
            <a:off x="550285" y="2018511"/>
            <a:ext cx="2880000" cy="0"/>
          </a:xfrm>
          <a:prstGeom prst="line">
            <a:avLst/>
          </a:prstGeom>
          <a:ln w="63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3910519" y="1140792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FF112FCC-54F9-DA6A-4FAE-C6320220F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84" y="1782149"/>
            <a:ext cx="1620000" cy="190800"/>
          </a:xfrm>
        </p:spPr>
        <p:txBody>
          <a:bodyPr lIns="0" tIns="0" rIns="0" bIns="0" anchor="ctr" anchorCtr="0">
            <a:noAutofit/>
          </a:bodyPr>
          <a:lstStyle>
            <a:lvl1pPr>
              <a:defRPr sz="10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3910334" y="7034646"/>
            <a:ext cx="61308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ZoneTexte 6">
            <a:extLst>
              <a:ext uri="{FF2B5EF4-FFF2-40B4-BE49-F238E27FC236}">
                <a16:creationId xmlns:a16="http://schemas.microsoft.com/office/drawing/2014/main" id="{D81FA809-F061-88CE-AD0D-CA176188D8B1}"/>
              </a:ext>
            </a:extLst>
          </p:cNvPr>
          <p:cNvSpPr txBox="1">
            <a:spLocks/>
          </p:cNvSpPr>
          <p:nvPr userDrawn="1"/>
        </p:nvSpPr>
        <p:spPr>
          <a:xfrm>
            <a:off x="881713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>
                <a:solidFill>
                  <a:schemeClr val="tx1"/>
                </a:solidFill>
              </a:rPr>
              <a:t>Page </a:t>
            </a:r>
            <a:fld id="{4F80CF6B-0835-448E-B7F5-D3A000EA7E75}" type="slidenum">
              <a:rPr lang="fr-FR" smtClean="0">
                <a:solidFill>
                  <a:schemeClr val="tx1"/>
                </a:solidFill>
              </a:rPr>
              <a:pPr lvl="0"/>
              <a:t>‹#›</a:t>
            </a:fld>
            <a:r>
              <a:rPr lang="fr-FR" dirty="0">
                <a:solidFill>
                  <a:schemeClr val="tx1"/>
                </a:solidFill>
              </a:rPr>
              <a:t> sur [x]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0B75037-69EB-E328-DA6A-F5DDB946109B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50285" y="2102985"/>
            <a:ext cx="1619999" cy="251109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6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0B1AFA0-04BF-8DA4-4867-74536EB9EE76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3910517" y="2083529"/>
            <a:ext cx="6130617" cy="3363055"/>
          </a:xfrm>
        </p:spPr>
        <p:txBody>
          <a:bodyPr lIns="0" tIns="0" rIns="0" bIns="0" anchor="t" anchorCtr="0">
            <a:noAutofit/>
          </a:bodyPr>
          <a:lstStyle>
            <a:lvl1pPr marL="0" indent="0" algn="just">
              <a:lnSpc>
                <a:spcPct val="160000"/>
              </a:lnSpc>
              <a:spcBef>
                <a:spcPts val="0"/>
              </a:spcBef>
              <a:spcAft>
                <a:spcPts val="900"/>
              </a:spcAft>
              <a:buNone/>
              <a:defRPr sz="9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34D5ECE-F9D9-6F7A-3928-F31271830FF9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3910519" y="334228"/>
            <a:ext cx="6130617" cy="662950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EB5A9CD-05F4-43A0-DD60-280D9F1BBA16}"/>
              </a:ext>
            </a:extLst>
          </p:cNvPr>
          <p:cNvGrpSpPr/>
          <p:nvPr userDrawn="1"/>
        </p:nvGrpSpPr>
        <p:grpSpPr>
          <a:xfrm>
            <a:off x="550285" y="308499"/>
            <a:ext cx="2015829" cy="928020"/>
            <a:chOff x="8958822" y="350063"/>
            <a:chExt cx="1380125" cy="928020"/>
          </a:xfrm>
        </p:grpSpPr>
        <p:sp>
          <p:nvSpPr>
            <p:cNvPr id="10" name="Title 2">
              <a:extLst>
                <a:ext uri="{FF2B5EF4-FFF2-40B4-BE49-F238E27FC236}">
                  <a16:creationId xmlns:a16="http://schemas.microsoft.com/office/drawing/2014/main" id="{38CEFA8F-7484-1F67-6CA5-56995008B7ED}"/>
                </a:ext>
              </a:extLst>
            </p:cNvPr>
            <p:cNvSpPr txBox="1">
              <a:spLocks/>
            </p:cNvSpPr>
            <p:nvPr/>
          </p:nvSpPr>
          <p:spPr>
            <a:xfrm>
              <a:off x="9055306" y="350063"/>
              <a:ext cx="1283641" cy="92802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algn="l" defTabSz="1007943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500" b="1" kern="1200">
                  <a:solidFill>
                    <a:schemeClr val="tx1"/>
                  </a:solidFill>
                  <a:latin typeface="Segoe UI" panose="020B0502040204020203" pitchFamily="34" charset="0"/>
                  <a:ea typeface="+mj-ea"/>
                  <a:cs typeface="Segoe UI" panose="020B0502040204020203" pitchFamily="34" charset="0"/>
                </a:defRPr>
              </a:lvl1pPr>
            </a:lstStyle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fr-FR" sz="800" b="0" noProof="0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Périmètre des travaux</a:t>
              </a:r>
            </a:p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fr-FR" sz="900" b="0" dirty="0"/>
                <a:t>Conditions d’intervention</a:t>
              </a:r>
            </a:p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fr-FR" sz="800" b="0" dirty="0"/>
                <a:t>   Budget</a:t>
              </a:r>
            </a:p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fr-FR" sz="800" b="0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   …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B45B9F9-D984-7B4A-1D7E-4BFC7E631C6E}"/>
                </a:ext>
              </a:extLst>
            </p:cNvPr>
            <p:cNvCxnSpPr>
              <a:cxnSpLocks/>
            </p:cNvCxnSpPr>
            <p:nvPr/>
          </p:nvCxnSpPr>
          <p:spPr>
            <a:xfrm>
              <a:off x="8958822" y="618375"/>
              <a:ext cx="0" cy="18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DC22AC62-E261-EBC8-A3CA-4989CE37F37B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2256817" y="2102985"/>
            <a:ext cx="1173468" cy="251109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6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B0AFE8A-F4E6-450B-9355-487827BF8DE6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2256817" y="1782149"/>
            <a:ext cx="1173468" cy="251109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6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009E7E1-06E3-1A35-51EE-78FF16CF4720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550284" y="2629386"/>
            <a:ext cx="2880000" cy="57100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6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AF56EB3-0E6C-A2BD-62B6-7573547E7F07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550284" y="3525762"/>
            <a:ext cx="2880000" cy="1920822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6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29473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not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B3AB9D-BDE0-82AD-629B-05D25E580009}"/>
              </a:ext>
            </a:extLst>
          </p:cNvPr>
          <p:cNvSpPr/>
          <p:nvPr userDrawn="1"/>
        </p:nvSpPr>
        <p:spPr>
          <a:xfrm>
            <a:off x="3647205" y="0"/>
            <a:ext cx="7044607" cy="7559675"/>
          </a:xfrm>
          <a:prstGeom prst="rect">
            <a:avLst/>
          </a:prstGeom>
          <a:solidFill>
            <a:srgbClr val="FAF8F4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56226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720AF-EEFA-4740-ADC9-5307A349F8F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FE02B-A2DB-4128-B61A-C631F9EDB3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76212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720AF-EEFA-4740-ADC9-5307A349F8F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FE02B-A2DB-4128-B61A-C631F9EDB3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79913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99785F-868A-EFB7-2816-EC18819373D0}"/>
              </a:ext>
            </a:extLst>
          </p:cNvPr>
          <p:cNvSpPr/>
          <p:nvPr userDrawn="1"/>
        </p:nvSpPr>
        <p:spPr>
          <a:xfrm>
            <a:off x="0" y="6369627"/>
            <a:ext cx="10684800" cy="1180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AD21A-31D3-4F85-5780-1D07FE4D42E2}"/>
              </a:ext>
            </a:extLst>
          </p:cNvPr>
          <p:cNvSpPr txBox="1"/>
          <p:nvPr userDrawn="1"/>
        </p:nvSpPr>
        <p:spPr>
          <a:xfrm>
            <a:off x="9518074" y="7097358"/>
            <a:ext cx="94557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fr-FR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S-M.C</a:t>
            </a:r>
            <a:endParaRPr lang="en-GB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602CA8-C311-2EB3-CA06-190BAA07D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747" y="7097358"/>
            <a:ext cx="4638913" cy="307777"/>
          </a:xfrm>
        </p:spPr>
        <p:txBody>
          <a:bodyPr/>
          <a:lstStyle>
            <a:lvl1pPr>
              <a:lnSpc>
                <a:spcPct val="130000"/>
              </a:lnSpc>
              <a:spcAft>
                <a:spcPts val="600"/>
              </a:spcAft>
              <a:defRPr sz="1400">
                <a:solidFill>
                  <a:schemeClr val="tx2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38543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ach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95EC906B-2424-34C8-29A4-1DF1BB6266C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109" y="4375356"/>
            <a:ext cx="2805666" cy="4165020"/>
          </a:xfrm>
        </p:spPr>
        <p:txBody>
          <a:bodyPr lIns="0" tIns="0" rIns="0" bIns="0" anchor="t"/>
          <a:lstStyle>
            <a:lvl1pPr marL="0" indent="0" algn="r">
              <a:buNone/>
              <a:defRPr sz="40000" b="1">
                <a:solidFill>
                  <a:schemeClr val="bg1">
                    <a:lumMod val="85000"/>
                    <a:alpha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C0F114-AC89-6F23-BB81-D3281C12B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698" y="6439707"/>
            <a:ext cx="4770793" cy="492072"/>
          </a:xfrm>
        </p:spPr>
        <p:txBody>
          <a:bodyPr>
            <a:noAutofit/>
          </a:bodyPr>
          <a:lstStyle>
            <a:lvl1pPr>
              <a:defRPr sz="35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2577AD-438A-C678-183E-72A4D65CADA2}"/>
              </a:ext>
            </a:extLst>
          </p:cNvPr>
          <p:cNvSpPr/>
          <p:nvPr userDrawn="1"/>
        </p:nvSpPr>
        <p:spPr>
          <a:xfrm>
            <a:off x="5345905" y="0"/>
            <a:ext cx="5338800" cy="7556400"/>
          </a:xfrm>
          <a:prstGeom prst="rect">
            <a:avLst/>
          </a:prstGeom>
          <a:solidFill>
            <a:srgbClr val="FAF8F4"/>
          </a:solidFill>
          <a:ln w="12700">
            <a:solidFill>
              <a:srgbClr val="FAF8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AA9F465-FA49-35CD-7553-A98E76220853}"/>
              </a:ext>
            </a:extLst>
          </p:cNvPr>
          <p:cNvCxnSpPr>
            <a:cxnSpLocks/>
          </p:cNvCxnSpPr>
          <p:nvPr userDrawn="1"/>
        </p:nvCxnSpPr>
        <p:spPr>
          <a:xfrm>
            <a:off x="5345905" y="0"/>
            <a:ext cx="0" cy="7559675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1053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2720AF-EEFA-4740-ADC9-5307A349F8F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EFE02B-A2DB-4128-B61A-C631F9EDB3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8767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73" r:id="rId2"/>
    <p:sldLayoutId id="2147483698" r:id="rId3"/>
    <p:sldLayoutId id="2147483689" r:id="rId4"/>
    <p:sldLayoutId id="2147483691" r:id="rId5"/>
    <p:sldLayoutId id="2147483696" r:id="rId6"/>
    <p:sldLayoutId id="2147483695" r:id="rId7"/>
    <p:sldLayoutId id="2147483697" r:id="rId8"/>
    <p:sldLayoutId id="2147483687" r:id="rId9"/>
    <p:sldLayoutId id="2147483694" r:id="rId10"/>
    <p:sldLayoutId id="2147483692" r:id="rId11"/>
    <p:sldLayoutId id="2147483693" r:id="rId12"/>
    <p:sldLayoutId id="2147483688" r:id="rId13"/>
    <p:sldLayoutId id="2147483690" r:id="rId14"/>
    <p:sldLayoutId id="2147483700" r:id="rId15"/>
    <p:sldLayoutId id="2147483701" r:id="rId16"/>
    <p:sldLayoutId id="2147483702" r:id="rId17"/>
    <p:sldLayoutId id="2147483699" r:id="rId18"/>
    <p:sldLayoutId id="2147483679" r:id="rId19"/>
    <p:sldLayoutId id="2147483681" r:id="rId20"/>
    <p:sldLayoutId id="2147483685" r:id="rId21"/>
    <p:sldLayoutId id="2147483684" r:id="rId22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7F73C-3858-A9F0-327F-B72CAADA1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Rapport de due diligence financière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7967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F826D-574F-E894-7C23-EA3BEF89F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C3CB53-18B0-439E-B797-D012B264BE46}"/>
              </a:ext>
            </a:extLst>
          </p:cNvPr>
          <p:cNvSpPr/>
          <p:nvPr/>
        </p:nvSpPr>
        <p:spPr>
          <a:xfrm>
            <a:off x="5345905" y="0"/>
            <a:ext cx="5345907" cy="7559675"/>
          </a:xfrm>
          <a:prstGeom prst="rect">
            <a:avLst/>
          </a:prstGeom>
          <a:solidFill>
            <a:srgbClr val="FAF8F4"/>
          </a:solidFill>
          <a:ln w="12700">
            <a:solidFill>
              <a:srgbClr val="FAF8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DA92B8-F25D-3B56-E3C7-8CF969EEC939}"/>
              </a:ext>
            </a:extLst>
          </p:cNvPr>
          <p:cNvSpPr txBox="1"/>
          <p:nvPr/>
        </p:nvSpPr>
        <p:spPr>
          <a:xfrm>
            <a:off x="5943594" y="1049849"/>
            <a:ext cx="43200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Sommaire</a:t>
            </a:r>
            <a:endParaRPr lang="en-GB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BC379E-7F99-F980-6992-BEA0DFA5749C}"/>
              </a:ext>
            </a:extLst>
          </p:cNvPr>
          <p:cNvSpPr txBox="1"/>
          <p:nvPr/>
        </p:nvSpPr>
        <p:spPr>
          <a:xfrm>
            <a:off x="592283" y="1904763"/>
            <a:ext cx="4320000" cy="37582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60000"/>
              </a:lnSpc>
              <a:spcAft>
                <a:spcPts val="1800"/>
              </a:spcAft>
            </a:pPr>
            <a:r>
              <a:rPr lang="fr-FR" sz="900" i="1" noProof="0" dirty="0">
                <a:latin typeface="Segoe UI" panose="020B0502040204020203" pitchFamily="34" charset="0"/>
                <a:cs typeface="Segoe UI" panose="020B0502040204020203" pitchFamily="34" charset="0"/>
              </a:rPr>
              <a:t>L’équipe Saint-Michel Capital vous remercie de l’avoir sollicitée en vue de vous soumettre cette proposition d’accompagnement.</a:t>
            </a:r>
          </a:p>
          <a:p>
            <a:pPr>
              <a:lnSpc>
                <a:spcPct val="160000"/>
              </a:lnSpc>
              <a:spcAft>
                <a:spcPts val="1800"/>
              </a:spcAft>
            </a:pPr>
            <a:r>
              <a:rPr lang="fr-FR" sz="900" i="1" noProof="0" dirty="0">
                <a:latin typeface="Segoe UI" panose="020B0502040204020203" pitchFamily="34" charset="0"/>
                <a:cs typeface="Segoe UI" panose="020B0502040204020203" pitchFamily="34" charset="0"/>
              </a:rPr>
              <a:t>Nous recevons favorablement cette sollicitation et serions ravis de vous accompagner pour la réalisation d’une due diligence financière d’acquisition.</a:t>
            </a:r>
          </a:p>
          <a:p>
            <a:pPr>
              <a:lnSpc>
                <a:spcPct val="160000"/>
              </a:lnSpc>
              <a:spcAft>
                <a:spcPts val="1800"/>
              </a:spcAft>
            </a:pPr>
            <a:r>
              <a:rPr lang="fr-FR" sz="900" i="1" noProof="0" dirty="0">
                <a:latin typeface="Segoe UI" panose="020B0502040204020203" pitchFamily="34" charset="0"/>
                <a:cs typeface="Segoe UI" panose="020B0502040204020203" pitchFamily="34" charset="0"/>
              </a:rPr>
              <a:t>Ce document décrit successivement (1) notre compréhension du contexte, (2) les diligences que nous recommandons d’effectuer sur notre champ d’intervention ainsi que (3) nos conditions d’intervention.</a:t>
            </a:r>
          </a:p>
          <a:p>
            <a:pPr>
              <a:lnSpc>
                <a:spcPct val="160000"/>
              </a:lnSpc>
              <a:spcAft>
                <a:spcPts val="1800"/>
              </a:spcAft>
            </a:pPr>
            <a:r>
              <a:rPr lang="fr-FR" sz="900" i="1" noProof="0" dirty="0">
                <a:latin typeface="Segoe UI" panose="020B0502040204020203" pitchFamily="34" charset="0"/>
                <a:cs typeface="Segoe UI" panose="020B0502040204020203" pitchFamily="34" charset="0"/>
              </a:rPr>
              <a:t>Nous sommes bien sûr disponibles pour échanger ou préciser tout élément de notre proposition.</a:t>
            </a:r>
          </a:p>
          <a:p>
            <a:pPr>
              <a:lnSpc>
                <a:spcPct val="160000"/>
              </a:lnSpc>
              <a:spcAft>
                <a:spcPts val="1800"/>
              </a:spcAft>
            </a:pPr>
            <a:r>
              <a:rPr lang="fr-FR" sz="900" i="1" noProof="0" dirty="0">
                <a:latin typeface="Segoe UI" panose="020B0502040204020203" pitchFamily="34" charset="0"/>
                <a:cs typeface="Segoe UI" panose="020B0502040204020203" pitchFamily="34" charset="0"/>
              </a:rPr>
              <a:t>Respectueusement,</a:t>
            </a:r>
          </a:p>
          <a:p>
            <a:pPr>
              <a:lnSpc>
                <a:spcPct val="160000"/>
              </a:lnSpc>
              <a:spcAft>
                <a:spcPts val="1800"/>
              </a:spcAft>
            </a:pPr>
            <a:r>
              <a:rPr lang="fr-FR" sz="900" i="1" noProof="0" dirty="0">
                <a:latin typeface="Segoe UI" panose="020B0502040204020203" pitchFamily="34" charset="0"/>
                <a:cs typeface="Segoe UI" panose="020B0502040204020203" pitchFamily="34" charset="0"/>
              </a:rPr>
              <a:t>L’équipe Saint-Michel Capital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6B2B9A0-AC9F-481A-8CDD-FC2244C9F563}"/>
              </a:ext>
            </a:extLst>
          </p:cNvPr>
          <p:cNvCxnSpPr>
            <a:cxnSpLocks/>
          </p:cNvCxnSpPr>
          <p:nvPr/>
        </p:nvCxnSpPr>
        <p:spPr>
          <a:xfrm>
            <a:off x="5345905" y="0"/>
            <a:ext cx="0" cy="7559675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26BC42-9100-96FC-B450-41EBCD06D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655479"/>
              </p:ext>
            </p:extLst>
          </p:nvPr>
        </p:nvGraphicFramePr>
        <p:xfrm>
          <a:off x="5943594" y="1696942"/>
          <a:ext cx="4320000" cy="1638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5263">
                  <a:extLst>
                    <a:ext uri="{9D8B030D-6E8A-4147-A177-3AD203B41FA5}">
                      <a16:colId xmlns:a16="http://schemas.microsoft.com/office/drawing/2014/main" val="134813169"/>
                    </a:ext>
                  </a:extLst>
                </a:gridCol>
                <a:gridCol w="274737">
                  <a:extLst>
                    <a:ext uri="{9D8B030D-6E8A-4147-A177-3AD203B41FA5}">
                      <a16:colId xmlns:a16="http://schemas.microsoft.com/office/drawing/2014/main" val="1245796621"/>
                    </a:ext>
                  </a:extLst>
                </a:gridCol>
              </a:tblGrid>
              <a:tr h="54618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fr-FR" sz="1100" b="0" noProof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Contexte de l’opération</a:t>
                      </a:r>
                      <a:r>
                        <a:rPr lang="en-US" sz="1100" b="0" noProof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……………………………………………...........................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</a:pPr>
                      <a:r>
                        <a:rPr lang="fr-FR" sz="110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[</a:t>
                      </a:r>
                      <a:r>
                        <a:rPr lang="fr-FR" sz="11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x</a:t>
                      </a:r>
                      <a:r>
                        <a:rPr lang="fr-FR" sz="110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]</a:t>
                      </a:r>
                      <a:endParaRPr lang="en-GB" sz="110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123405"/>
                  </a:ext>
                </a:extLst>
              </a:tr>
              <a:tr h="546180">
                <a:tc>
                  <a:txBody>
                    <a:bodyPr/>
                    <a:lstStyle/>
                    <a:p>
                      <a:pPr marL="0" marR="0" lvl="0" indent="0" algn="l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Périmètre des travaux……………………………………………………………………</a:t>
                      </a:r>
                      <a:endParaRPr lang="en-GB" sz="110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</a:pPr>
                      <a:r>
                        <a:rPr lang="en-GB" sz="110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[</a:t>
                      </a:r>
                      <a:r>
                        <a:rPr lang="en-GB" sz="11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x</a:t>
                      </a:r>
                      <a:r>
                        <a:rPr lang="en-GB" sz="110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092480"/>
                  </a:ext>
                </a:extLst>
              </a:tr>
              <a:tr h="54618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fr-FR" sz="1100" b="0" noProof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Conditions d’intervention</a:t>
                      </a:r>
                      <a:r>
                        <a:rPr lang="en-US" sz="1100" b="0" noProof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………………………………………………………………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</a:pPr>
                      <a:r>
                        <a:rPr lang="en-GB" sz="110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[</a:t>
                      </a:r>
                      <a:r>
                        <a:rPr lang="en-GB" sz="11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x</a:t>
                      </a:r>
                      <a:r>
                        <a:rPr lang="en-GB" sz="110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337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0595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04B1797D-1D4C-E270-EEC1-0D55A3B2345B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1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89BC1E-0AB0-D486-7C19-C2A63B594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698" y="6439707"/>
            <a:ext cx="5640975" cy="492072"/>
          </a:xfrm>
        </p:spPr>
        <p:txBody>
          <a:bodyPr/>
          <a:lstStyle/>
          <a:p>
            <a:r>
              <a:rPr lang="fr-FR" sz="3000" noProof="0" dirty="0"/>
              <a:t>Contexte de l’opération</a:t>
            </a:r>
          </a:p>
        </p:txBody>
      </p:sp>
    </p:spTree>
    <p:extLst>
      <p:ext uri="{BB962C8B-B14F-4D97-AF65-F5344CB8AC3E}">
        <p14:creationId xmlns:p14="http://schemas.microsoft.com/office/powerpoint/2010/main" val="2966924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378AA720-78E5-9B5A-E61A-8300BFC3E514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2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D4FFEE-E74E-68D6-7FDD-86E336E3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000" dirty="0"/>
              <a:t>Périmètre des travaux</a:t>
            </a:r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4011506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6FCF28A-CF44-4BD7-30CA-4E8FFF25A806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3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CB3126-8844-9076-B9B1-0FF503509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/>
              <a:t>Conditions d’intervention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656939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E29AA0-AE6B-832A-915F-D2AB7FE7412D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D56D8-A955-394A-6E72-313140BB1749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38988D-DE3C-E973-E69E-FFB5030EA1A9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259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9739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B44BA6-EEE6-1EFB-E125-198148EA3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6C5C7587-DD7E-FFF8-9AC6-35D264F5ABF7}"/>
              </a:ext>
            </a:extLst>
          </p:cNvPr>
          <p:cNvSpPr txBox="1">
            <a:spLocks/>
          </p:cNvSpPr>
          <p:nvPr/>
        </p:nvSpPr>
        <p:spPr>
          <a:xfrm>
            <a:off x="581458" y="6473536"/>
            <a:ext cx="4177578" cy="97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>
              <a:lnSpc>
                <a:spcPct val="130000"/>
              </a:lnSpc>
              <a:spcAft>
                <a:spcPts val="300"/>
              </a:spcAft>
            </a:pPr>
            <a:r>
              <a:rPr lang="fr-FR" sz="900" b="0" dirty="0"/>
              <a:t>S-M.C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fr-FR" sz="900" b="0" dirty="0"/>
              <a:t>6 place Saint-Michel, 75006 Paris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lang="fr-FR" sz="900" b="0" dirty="0"/>
              <a:t>Saint-Michel Capital – R.C.S. Paris 991 989 088</a:t>
            </a:r>
            <a:endParaRPr lang="en-GB" sz="800" b="0" dirty="0"/>
          </a:p>
        </p:txBody>
      </p:sp>
    </p:spTree>
    <p:extLst>
      <p:ext uri="{BB962C8B-B14F-4D97-AF65-F5344CB8AC3E}">
        <p14:creationId xmlns:p14="http://schemas.microsoft.com/office/powerpoint/2010/main" val="3239190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airus Transaction Service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0066"/>
      </a:accent1>
      <a:accent2>
        <a:srgbClr val="001142"/>
      </a:accent2>
      <a:accent3>
        <a:srgbClr val="2E2E38"/>
      </a:accent3>
      <a:accent4>
        <a:srgbClr val="777791"/>
      </a:accent4>
      <a:accent5>
        <a:srgbClr val="FFFF00"/>
      </a:accent5>
      <a:accent6>
        <a:srgbClr val="31B7A1"/>
      </a:accent6>
      <a:hlink>
        <a:srgbClr val="0563C1"/>
      </a:hlink>
      <a:folHlink>
        <a:srgbClr val="954F72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25551</TotalTime>
  <Words>150</Words>
  <Application>Microsoft Office PowerPoint</Application>
  <PresentationFormat>Custom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Segoe UI</vt:lpstr>
      <vt:lpstr>Office Theme</vt:lpstr>
      <vt:lpstr>Rapport de due diligence financière</vt:lpstr>
      <vt:lpstr>PowerPoint Presentation</vt:lpstr>
      <vt:lpstr>Contexte de l’opération</vt:lpstr>
      <vt:lpstr>Périmètre des travaux</vt:lpstr>
      <vt:lpstr>Conditions d’intervention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François THIERY</dc:creator>
  <cp:lastModifiedBy>François THIERY</cp:lastModifiedBy>
  <cp:revision>146</cp:revision>
  <dcterms:created xsi:type="dcterms:W3CDTF">2025-12-11T10:09:57Z</dcterms:created>
  <dcterms:modified xsi:type="dcterms:W3CDTF">2026-07-09T17:01:24Z</dcterms:modified>
</cp:coreProperties>
</file>